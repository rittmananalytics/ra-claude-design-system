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Google Sans SemiBold"/>
      <p:regular r:id="rId23"/>
      <p:bold r:id="rId24"/>
      <p:italic r:id="rId25"/>
      <p:boldItalic r:id="rId26"/>
    </p:embeddedFont>
    <p:embeddedFont>
      <p:font typeface="Lato"/>
      <p:regular r:id="rId27"/>
      <p:bold r:id="rId28"/>
      <p:italic r:id="rId29"/>
      <p:boldItalic r:id="rId30"/>
    </p:embeddedFont>
    <p:embeddedFont>
      <p:font typeface="Google Sans"/>
      <p:regular r:id="rId31"/>
      <p:bold r:id="rId32"/>
      <p:italic r:id="rId33"/>
      <p:boldItalic r:id="rId34"/>
    </p:embeddedFont>
    <p:embeddedFont>
      <p:font typeface="Google Sans Medium"/>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GoogleSansSemiBold-bold.fntdata"/><Relationship Id="rId23" Type="http://schemas.openxmlformats.org/officeDocument/2006/relationships/font" Target="fonts/GoogleSans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oogleSansSemiBold-boldItalic.fntdata"/><Relationship Id="rId25" Type="http://schemas.openxmlformats.org/officeDocument/2006/relationships/font" Target="fonts/GoogleSansSemiBold-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oogleSans-regular.fntdata"/><Relationship Id="rId30" Type="http://schemas.openxmlformats.org/officeDocument/2006/relationships/font" Target="fonts/Lato-boldItalic.fntdata"/><Relationship Id="rId11" Type="http://schemas.openxmlformats.org/officeDocument/2006/relationships/slide" Target="slides/slide6.xml"/><Relationship Id="rId33" Type="http://schemas.openxmlformats.org/officeDocument/2006/relationships/font" Target="fonts/GoogleSans-italic.fntdata"/><Relationship Id="rId10" Type="http://schemas.openxmlformats.org/officeDocument/2006/relationships/slide" Target="slides/slide5.xml"/><Relationship Id="rId32" Type="http://schemas.openxmlformats.org/officeDocument/2006/relationships/font" Target="fonts/GoogleSans-bold.fntdata"/><Relationship Id="rId13" Type="http://schemas.openxmlformats.org/officeDocument/2006/relationships/slide" Target="slides/slide8.xml"/><Relationship Id="rId35" Type="http://schemas.openxmlformats.org/officeDocument/2006/relationships/font" Target="fonts/GoogleSansMedium-regular.fntdata"/><Relationship Id="rId12" Type="http://schemas.openxmlformats.org/officeDocument/2006/relationships/slide" Target="slides/slide7.xml"/><Relationship Id="rId34" Type="http://schemas.openxmlformats.org/officeDocument/2006/relationships/font" Target="fonts/GoogleSans-boldItalic.fntdata"/><Relationship Id="rId15" Type="http://schemas.openxmlformats.org/officeDocument/2006/relationships/slide" Target="slides/slide10.xml"/><Relationship Id="rId37" Type="http://schemas.openxmlformats.org/officeDocument/2006/relationships/font" Target="fonts/GoogleSansMedium-italic.fntdata"/><Relationship Id="rId14" Type="http://schemas.openxmlformats.org/officeDocument/2006/relationships/slide" Target="slides/slide9.xml"/><Relationship Id="rId36" Type="http://schemas.openxmlformats.org/officeDocument/2006/relationships/font" Target="fonts/GoogleSansMedium-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GoogleSans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b62c63664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b62c63664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598fb12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598fb12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598fb125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d598fb125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598fb125b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598fb125b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598fb125b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598fb125b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5b9de1cd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5b9de1cd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598fb125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598fb125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5b9de1cd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5b9de1cd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e69a140e2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e69a140e2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e69a140e2_0_1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e69a140e2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e69a140e2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e69a140e2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e69a140e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e69a140e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e69a140e2_0_1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e69a140e2_0_1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e69a140e2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e69a140e2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e69a140e2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e69a140e2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e69a140e2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de69a140e2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598fb125b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d598fb125b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p:cSld name="TITLE_AND_BODY_3">
    <p:spTree>
      <p:nvGrpSpPr>
        <p:cNvPr id="10" name="Shape 10"/>
        <p:cNvGrpSpPr/>
        <p:nvPr/>
      </p:nvGrpSpPr>
      <p:grpSpPr>
        <a:xfrm>
          <a:off x="0" y="0"/>
          <a:ext cx="0" cy="0"/>
          <a:chOff x="0" y="0"/>
          <a:chExt cx="0" cy="0"/>
        </a:xfrm>
      </p:grpSpPr>
      <p:sp>
        <p:nvSpPr>
          <p:cNvPr id="11" name="Google Shape;11;p2"/>
          <p:cNvSpPr txBox="1"/>
          <p:nvPr>
            <p:ph idx="1" type="body"/>
          </p:nvPr>
        </p:nvSpPr>
        <p:spPr>
          <a:xfrm>
            <a:off x="311700" y="1038388"/>
            <a:ext cx="8520600" cy="3416400"/>
          </a:xfrm>
          <a:prstGeom prst="rect">
            <a:avLst/>
          </a:prstGeom>
          <a:noFill/>
          <a:ln>
            <a:noFill/>
          </a:ln>
        </p:spPr>
        <p:txBody>
          <a:bodyPr anchorCtr="0" anchor="t" bIns="91425" lIns="91425" spcFirstLastPara="1" rIns="91425" wrap="square" tIns="91425">
            <a:noAutofit/>
          </a:bodyPr>
          <a:lstStyle>
            <a:lvl1pPr indent="-330200" lvl="0" marL="457200" rtl="0">
              <a:spcBef>
                <a:spcPts val="0"/>
              </a:spcBef>
              <a:spcAft>
                <a:spcPts val="0"/>
              </a:spcAft>
              <a:buClr>
                <a:schemeClr val="dk1"/>
              </a:buClr>
              <a:buSzPts val="1600"/>
              <a:buFont typeface="Google Sans"/>
              <a:buChar char="●"/>
              <a:defRPr sz="1600">
                <a:solidFill>
                  <a:schemeClr val="dk1"/>
                </a:solidFill>
                <a:latin typeface="Google Sans"/>
                <a:ea typeface="Google Sans"/>
                <a:cs typeface="Google Sans"/>
                <a:sym typeface="Google Sans"/>
              </a:defRPr>
            </a:lvl1pPr>
            <a:lvl2pPr indent="-317500" lvl="1" marL="914400" rtl="0">
              <a:spcBef>
                <a:spcPts val="0"/>
              </a:spcBef>
              <a:spcAft>
                <a:spcPts val="0"/>
              </a:spcAft>
              <a:buClr>
                <a:schemeClr val="dk1"/>
              </a:buClr>
              <a:buSzPts val="1400"/>
              <a:buFont typeface="Google Sans"/>
              <a:buChar char="○"/>
              <a:defRPr>
                <a:solidFill>
                  <a:schemeClr val="dk1"/>
                </a:solidFill>
                <a:latin typeface="Google Sans"/>
                <a:ea typeface="Google Sans"/>
                <a:cs typeface="Google Sans"/>
                <a:sym typeface="Google Sans"/>
              </a:defRPr>
            </a:lvl2pPr>
            <a:lvl3pPr indent="-311150" lvl="2" marL="1371600" rtl="0">
              <a:spcBef>
                <a:spcPts val="0"/>
              </a:spcBef>
              <a:spcAft>
                <a:spcPts val="0"/>
              </a:spcAft>
              <a:buClr>
                <a:schemeClr val="dk1"/>
              </a:buClr>
              <a:buSzPts val="1300"/>
              <a:buFont typeface="Google Sans"/>
              <a:buChar char="■"/>
              <a:defRPr sz="1300">
                <a:solidFill>
                  <a:schemeClr val="dk1"/>
                </a:solidFill>
                <a:latin typeface="Google Sans"/>
                <a:ea typeface="Google Sans"/>
                <a:cs typeface="Google Sans"/>
                <a:sym typeface="Google Sans"/>
              </a:defRPr>
            </a:lvl3pPr>
            <a:lvl4pPr indent="-304800" lvl="3" marL="1828800" rtl="0">
              <a:spcBef>
                <a:spcPts val="0"/>
              </a:spcBef>
              <a:spcAft>
                <a:spcPts val="0"/>
              </a:spcAft>
              <a:buClr>
                <a:schemeClr val="dk1"/>
              </a:buClr>
              <a:buSzPts val="1200"/>
              <a:buFont typeface="Google Sans"/>
              <a:buChar char="●"/>
              <a:defRPr sz="1200">
                <a:solidFill>
                  <a:schemeClr val="dk1"/>
                </a:solidFill>
                <a:latin typeface="Google Sans"/>
                <a:ea typeface="Google Sans"/>
                <a:cs typeface="Google Sans"/>
                <a:sym typeface="Google Sans"/>
              </a:defRPr>
            </a:lvl4pPr>
            <a:lvl5pPr indent="-298450" lvl="4" marL="2286000" rtl="0">
              <a:spcBef>
                <a:spcPts val="0"/>
              </a:spcBef>
              <a:spcAft>
                <a:spcPts val="0"/>
              </a:spcAft>
              <a:buClr>
                <a:schemeClr val="dk1"/>
              </a:buClr>
              <a:buSzPts val="1100"/>
              <a:buFont typeface="Google Sans"/>
              <a:buChar char="○"/>
              <a:defRPr sz="1100">
                <a:solidFill>
                  <a:schemeClr val="dk1"/>
                </a:solidFill>
                <a:latin typeface="Google Sans"/>
                <a:ea typeface="Google Sans"/>
                <a:cs typeface="Google Sans"/>
                <a:sym typeface="Google Sans"/>
              </a:defRPr>
            </a:lvl5pPr>
            <a:lvl6pPr indent="-292100" lvl="5" marL="2743200" rtl="0">
              <a:spcBef>
                <a:spcPts val="0"/>
              </a:spcBef>
              <a:spcAft>
                <a:spcPts val="0"/>
              </a:spcAft>
              <a:buClr>
                <a:schemeClr val="dk1"/>
              </a:buClr>
              <a:buSzPts val="1000"/>
              <a:buFont typeface="Google Sans"/>
              <a:buChar char="■"/>
              <a:defRPr sz="1000">
                <a:solidFill>
                  <a:schemeClr val="dk1"/>
                </a:solidFill>
                <a:latin typeface="Google Sans"/>
                <a:ea typeface="Google Sans"/>
                <a:cs typeface="Google Sans"/>
                <a:sym typeface="Google Sans"/>
              </a:defRPr>
            </a:lvl6pPr>
            <a:lvl7pPr indent="-285750" lvl="6" marL="3200400" rtl="0">
              <a:spcBef>
                <a:spcPts val="0"/>
              </a:spcBef>
              <a:spcAft>
                <a:spcPts val="0"/>
              </a:spcAft>
              <a:buClr>
                <a:schemeClr val="dk1"/>
              </a:buClr>
              <a:buSzPts val="900"/>
              <a:buFont typeface="Google Sans"/>
              <a:buChar char="●"/>
              <a:defRPr sz="900">
                <a:solidFill>
                  <a:schemeClr val="dk1"/>
                </a:solidFill>
                <a:latin typeface="Google Sans"/>
                <a:ea typeface="Google Sans"/>
                <a:cs typeface="Google Sans"/>
                <a:sym typeface="Google Sans"/>
              </a:defRPr>
            </a:lvl7pPr>
            <a:lvl8pPr indent="-279400" lvl="7" marL="3657600" rtl="0">
              <a:spcBef>
                <a:spcPts val="0"/>
              </a:spcBef>
              <a:spcAft>
                <a:spcPts val="0"/>
              </a:spcAft>
              <a:buClr>
                <a:schemeClr val="dk1"/>
              </a:buClr>
              <a:buSzPts val="800"/>
              <a:buFont typeface="Google Sans"/>
              <a:buChar char="○"/>
              <a:defRPr sz="800">
                <a:solidFill>
                  <a:schemeClr val="dk1"/>
                </a:solidFill>
                <a:latin typeface="Google Sans"/>
                <a:ea typeface="Google Sans"/>
                <a:cs typeface="Google Sans"/>
                <a:sym typeface="Google Sans"/>
              </a:defRPr>
            </a:lvl8pPr>
            <a:lvl9pPr indent="-273050" lvl="8" marL="4114800" rtl="0">
              <a:spcBef>
                <a:spcPts val="0"/>
              </a:spcBef>
              <a:spcAft>
                <a:spcPts val="0"/>
              </a:spcAft>
              <a:buClr>
                <a:schemeClr val="dk1"/>
              </a:buClr>
              <a:buSzPts val="700"/>
              <a:buFont typeface="Google Sans"/>
              <a:buChar char="■"/>
              <a:defRPr sz="700">
                <a:solidFill>
                  <a:schemeClr val="dk1"/>
                </a:solidFill>
                <a:latin typeface="Google Sans"/>
                <a:ea typeface="Google Sans"/>
                <a:cs typeface="Google Sans"/>
                <a:sym typeface="Google Sans"/>
              </a:defRPr>
            </a:lvl9pPr>
          </a:lstStyle>
          <a:p/>
        </p:txBody>
      </p:sp>
      <p:sp>
        <p:nvSpPr>
          <p:cNvPr id="12" name="Google Shape;12;p2"/>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Font typeface="Lato"/>
              <a:buNone/>
              <a:defRPr sz="2800">
                <a:solidFill>
                  <a:schemeClr val="dk1"/>
                </a:solidFill>
                <a:latin typeface="Lato"/>
                <a:ea typeface="Lato"/>
                <a:cs typeface="Lato"/>
                <a:sym typeface="Lato"/>
              </a:defRPr>
            </a:lvl2pPr>
            <a:lvl3pPr lvl="2" rtl="0">
              <a:spcBef>
                <a:spcPts val="0"/>
              </a:spcBef>
              <a:spcAft>
                <a:spcPts val="0"/>
              </a:spcAft>
              <a:buClr>
                <a:schemeClr val="dk1"/>
              </a:buClr>
              <a:buSzPts val="2800"/>
              <a:buFont typeface="Lato"/>
              <a:buNone/>
              <a:defRPr sz="2800">
                <a:solidFill>
                  <a:schemeClr val="dk1"/>
                </a:solidFill>
                <a:latin typeface="Lato"/>
                <a:ea typeface="Lato"/>
                <a:cs typeface="Lato"/>
                <a:sym typeface="Lato"/>
              </a:defRPr>
            </a:lvl3pPr>
            <a:lvl4pPr lvl="3" rtl="0">
              <a:spcBef>
                <a:spcPts val="0"/>
              </a:spcBef>
              <a:spcAft>
                <a:spcPts val="0"/>
              </a:spcAft>
              <a:buClr>
                <a:schemeClr val="dk1"/>
              </a:buClr>
              <a:buSzPts val="2800"/>
              <a:buFont typeface="Lato"/>
              <a:buNone/>
              <a:defRPr sz="2800">
                <a:solidFill>
                  <a:schemeClr val="dk1"/>
                </a:solidFill>
                <a:latin typeface="Lato"/>
                <a:ea typeface="Lato"/>
                <a:cs typeface="Lato"/>
                <a:sym typeface="Lato"/>
              </a:defRPr>
            </a:lvl4pPr>
            <a:lvl5pPr lvl="4" rtl="0">
              <a:spcBef>
                <a:spcPts val="0"/>
              </a:spcBef>
              <a:spcAft>
                <a:spcPts val="0"/>
              </a:spcAft>
              <a:buClr>
                <a:schemeClr val="dk1"/>
              </a:buClr>
              <a:buSzPts val="2800"/>
              <a:buFont typeface="Lato"/>
              <a:buNone/>
              <a:defRPr sz="2800">
                <a:solidFill>
                  <a:schemeClr val="dk1"/>
                </a:solidFill>
                <a:latin typeface="Lato"/>
                <a:ea typeface="Lato"/>
                <a:cs typeface="Lato"/>
                <a:sym typeface="Lato"/>
              </a:defRPr>
            </a:lvl5pPr>
            <a:lvl6pPr lvl="5" rtl="0">
              <a:spcBef>
                <a:spcPts val="0"/>
              </a:spcBef>
              <a:spcAft>
                <a:spcPts val="0"/>
              </a:spcAft>
              <a:buClr>
                <a:schemeClr val="dk1"/>
              </a:buClr>
              <a:buSzPts val="2800"/>
              <a:buFont typeface="Lato"/>
              <a:buNone/>
              <a:defRPr sz="2800">
                <a:solidFill>
                  <a:schemeClr val="dk1"/>
                </a:solidFill>
                <a:latin typeface="Lato"/>
                <a:ea typeface="Lato"/>
                <a:cs typeface="Lato"/>
                <a:sym typeface="Lato"/>
              </a:defRPr>
            </a:lvl6pPr>
            <a:lvl7pPr lvl="6" rtl="0">
              <a:spcBef>
                <a:spcPts val="0"/>
              </a:spcBef>
              <a:spcAft>
                <a:spcPts val="0"/>
              </a:spcAft>
              <a:buClr>
                <a:schemeClr val="dk1"/>
              </a:buClr>
              <a:buSzPts val="2800"/>
              <a:buFont typeface="Lato"/>
              <a:buNone/>
              <a:defRPr sz="2800">
                <a:solidFill>
                  <a:schemeClr val="dk1"/>
                </a:solidFill>
                <a:latin typeface="Lato"/>
                <a:ea typeface="Lato"/>
                <a:cs typeface="Lato"/>
                <a:sym typeface="Lato"/>
              </a:defRPr>
            </a:lvl7pPr>
            <a:lvl8pPr lvl="7" rtl="0">
              <a:spcBef>
                <a:spcPts val="0"/>
              </a:spcBef>
              <a:spcAft>
                <a:spcPts val="0"/>
              </a:spcAft>
              <a:buClr>
                <a:schemeClr val="dk1"/>
              </a:buClr>
              <a:buSzPts val="2800"/>
              <a:buFont typeface="Lato"/>
              <a:buNone/>
              <a:defRPr sz="2800">
                <a:solidFill>
                  <a:schemeClr val="dk1"/>
                </a:solidFill>
                <a:latin typeface="Lato"/>
                <a:ea typeface="Lato"/>
                <a:cs typeface="Lato"/>
                <a:sym typeface="Lato"/>
              </a:defRPr>
            </a:lvl8pPr>
            <a:lvl9pPr lvl="8" rtl="0">
              <a:spcBef>
                <a:spcPts val="0"/>
              </a:spcBef>
              <a:spcAft>
                <a:spcPts val="0"/>
              </a:spcAft>
              <a:buClr>
                <a:schemeClr val="dk1"/>
              </a:buClr>
              <a:buSzPts val="2800"/>
              <a:buFont typeface="Lato"/>
              <a:buNone/>
              <a:defRPr sz="2800">
                <a:solidFill>
                  <a:schemeClr val="dk1"/>
                </a:solidFill>
                <a:latin typeface="Lato"/>
                <a:ea typeface="Lato"/>
                <a:cs typeface="Lato"/>
                <a:sym typeface="Lato"/>
              </a:defRPr>
            </a:lvl9pPr>
          </a:lstStyle>
          <a:p/>
        </p:txBody>
      </p:sp>
      <p:sp>
        <p:nvSpPr>
          <p:cNvPr id="13" name="Google Shape;13;p2"/>
          <p:cNvSpPr txBox="1"/>
          <p:nvPr>
            <p:ph idx="2" type="subTitle"/>
          </p:nvPr>
        </p:nvSpPr>
        <p:spPr>
          <a:xfrm>
            <a:off x="311700" y="93750"/>
            <a:ext cx="5053500" cy="3324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F60FF"/>
              </a:buClr>
              <a:buSzPts val="1600"/>
              <a:buFont typeface="Google Sans"/>
              <a:buNone/>
              <a:defRPr b="1">
                <a:solidFill>
                  <a:srgbClr val="4F60FF"/>
                </a:solidFill>
                <a:latin typeface="Google Sans"/>
                <a:ea typeface="Google Sans"/>
                <a:cs typeface="Google Sans"/>
                <a:sym typeface="Google Sa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type="twoColTx">
  <p:cSld name="TITLE_AND_TWO_COLUMNS">
    <p:spTree>
      <p:nvGrpSpPr>
        <p:cNvPr id="14" name="Shape 14"/>
        <p:cNvGrpSpPr/>
        <p:nvPr/>
      </p:nvGrpSpPr>
      <p:grpSpPr>
        <a:xfrm>
          <a:off x="0" y="0"/>
          <a:ext cx="0" cy="0"/>
          <a:chOff x="0" y="0"/>
          <a:chExt cx="0" cy="0"/>
        </a:xfrm>
      </p:grpSpPr>
      <p:sp>
        <p:nvSpPr>
          <p:cNvPr id="15" name="Google Shape;15;p3"/>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Font typeface="Google Sans"/>
              <a:buChar char="●"/>
              <a:defRPr sz="1400">
                <a:latin typeface="Google Sans"/>
                <a:ea typeface="Google Sans"/>
                <a:cs typeface="Google Sans"/>
                <a:sym typeface="Google Sans"/>
              </a:defRPr>
            </a:lvl1pPr>
            <a:lvl2pPr indent="-304800" lvl="1" marL="914400" rtl="0">
              <a:spcBef>
                <a:spcPts val="0"/>
              </a:spcBef>
              <a:spcAft>
                <a:spcPts val="0"/>
              </a:spcAft>
              <a:buSzPts val="1200"/>
              <a:buFont typeface="Google Sans"/>
              <a:buChar char="○"/>
              <a:defRPr sz="1200">
                <a:latin typeface="Google Sans"/>
                <a:ea typeface="Google Sans"/>
                <a:cs typeface="Google Sans"/>
                <a:sym typeface="Google Sans"/>
              </a:defRPr>
            </a:lvl2pPr>
            <a:lvl3pPr indent="-304800" lvl="2" marL="1371600" rtl="0">
              <a:spcBef>
                <a:spcPts val="0"/>
              </a:spcBef>
              <a:spcAft>
                <a:spcPts val="0"/>
              </a:spcAft>
              <a:buSzPts val="1200"/>
              <a:buFont typeface="Google Sans"/>
              <a:buChar char="■"/>
              <a:defRPr sz="1200">
                <a:latin typeface="Google Sans"/>
                <a:ea typeface="Google Sans"/>
                <a:cs typeface="Google Sans"/>
                <a:sym typeface="Google Sans"/>
              </a:defRPr>
            </a:lvl3pPr>
            <a:lvl4pPr indent="-304800" lvl="3" marL="1828800" rtl="0">
              <a:spcBef>
                <a:spcPts val="0"/>
              </a:spcBef>
              <a:spcAft>
                <a:spcPts val="0"/>
              </a:spcAft>
              <a:buSzPts val="1200"/>
              <a:buFont typeface="Google Sans"/>
              <a:buChar char="●"/>
              <a:defRPr sz="1200">
                <a:latin typeface="Google Sans"/>
                <a:ea typeface="Google Sans"/>
                <a:cs typeface="Google Sans"/>
                <a:sym typeface="Google Sans"/>
              </a:defRPr>
            </a:lvl4pPr>
            <a:lvl5pPr indent="-304800" lvl="4" marL="2286000" rtl="0">
              <a:spcBef>
                <a:spcPts val="0"/>
              </a:spcBef>
              <a:spcAft>
                <a:spcPts val="0"/>
              </a:spcAft>
              <a:buSzPts val="1200"/>
              <a:buFont typeface="Google Sans"/>
              <a:buChar char="○"/>
              <a:defRPr sz="1200">
                <a:latin typeface="Google Sans"/>
                <a:ea typeface="Google Sans"/>
                <a:cs typeface="Google Sans"/>
                <a:sym typeface="Google Sans"/>
              </a:defRPr>
            </a:lvl5pPr>
            <a:lvl6pPr indent="-304800" lvl="5" marL="2743200" rtl="0">
              <a:spcBef>
                <a:spcPts val="0"/>
              </a:spcBef>
              <a:spcAft>
                <a:spcPts val="0"/>
              </a:spcAft>
              <a:buSzPts val="1200"/>
              <a:buFont typeface="Google Sans"/>
              <a:buChar char="■"/>
              <a:defRPr sz="1200">
                <a:latin typeface="Google Sans"/>
                <a:ea typeface="Google Sans"/>
                <a:cs typeface="Google Sans"/>
                <a:sym typeface="Google Sans"/>
              </a:defRPr>
            </a:lvl6pPr>
            <a:lvl7pPr indent="-304800" lvl="6" marL="3200400" rtl="0">
              <a:spcBef>
                <a:spcPts val="0"/>
              </a:spcBef>
              <a:spcAft>
                <a:spcPts val="0"/>
              </a:spcAft>
              <a:buSzPts val="1200"/>
              <a:buFont typeface="Google Sans"/>
              <a:buChar char="●"/>
              <a:defRPr sz="1200">
                <a:latin typeface="Google Sans"/>
                <a:ea typeface="Google Sans"/>
                <a:cs typeface="Google Sans"/>
                <a:sym typeface="Google Sans"/>
              </a:defRPr>
            </a:lvl7pPr>
            <a:lvl8pPr indent="-304800" lvl="7" marL="3657600" rtl="0">
              <a:spcBef>
                <a:spcPts val="0"/>
              </a:spcBef>
              <a:spcAft>
                <a:spcPts val="0"/>
              </a:spcAft>
              <a:buSzPts val="1200"/>
              <a:buFont typeface="Google Sans"/>
              <a:buChar char="○"/>
              <a:defRPr sz="1200">
                <a:latin typeface="Google Sans"/>
                <a:ea typeface="Google Sans"/>
                <a:cs typeface="Google Sans"/>
                <a:sym typeface="Google Sans"/>
              </a:defRPr>
            </a:lvl8pPr>
            <a:lvl9pPr indent="-304800" lvl="8" marL="4114800" rtl="0">
              <a:spcBef>
                <a:spcPts val="0"/>
              </a:spcBef>
              <a:spcAft>
                <a:spcPts val="0"/>
              </a:spcAft>
              <a:buSzPts val="1200"/>
              <a:buFont typeface="Google Sans"/>
              <a:buChar char="■"/>
              <a:defRPr sz="1200">
                <a:latin typeface="Google Sans"/>
                <a:ea typeface="Google Sans"/>
                <a:cs typeface="Google Sans"/>
                <a:sym typeface="Google Sans"/>
              </a:defRPr>
            </a:lvl9pPr>
          </a:lstStyle>
          <a:p/>
        </p:txBody>
      </p:sp>
      <p:sp>
        <p:nvSpPr>
          <p:cNvPr id="16" name="Google Shape;16;p3"/>
          <p:cNvSpPr txBox="1"/>
          <p:nvPr>
            <p:ph idx="2" type="body"/>
          </p:nvPr>
        </p:nvSpPr>
        <p:spPr>
          <a:xfrm>
            <a:off x="48324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Font typeface="Google Sans"/>
              <a:buChar char="●"/>
              <a:defRPr sz="1400">
                <a:latin typeface="Google Sans"/>
                <a:ea typeface="Google Sans"/>
                <a:cs typeface="Google Sans"/>
                <a:sym typeface="Google Sans"/>
              </a:defRPr>
            </a:lvl1pPr>
            <a:lvl2pPr indent="-304800" lvl="1" marL="914400" rtl="0">
              <a:spcBef>
                <a:spcPts val="0"/>
              </a:spcBef>
              <a:spcAft>
                <a:spcPts val="0"/>
              </a:spcAft>
              <a:buSzPts val="1200"/>
              <a:buFont typeface="Google Sans"/>
              <a:buChar char="○"/>
              <a:defRPr sz="1200">
                <a:latin typeface="Google Sans"/>
                <a:ea typeface="Google Sans"/>
                <a:cs typeface="Google Sans"/>
                <a:sym typeface="Google Sans"/>
              </a:defRPr>
            </a:lvl2pPr>
            <a:lvl3pPr indent="-304800" lvl="2" marL="1371600" rtl="0">
              <a:spcBef>
                <a:spcPts val="0"/>
              </a:spcBef>
              <a:spcAft>
                <a:spcPts val="0"/>
              </a:spcAft>
              <a:buSzPts val="1200"/>
              <a:buFont typeface="Google Sans"/>
              <a:buChar char="■"/>
              <a:defRPr sz="1200">
                <a:latin typeface="Google Sans"/>
                <a:ea typeface="Google Sans"/>
                <a:cs typeface="Google Sans"/>
                <a:sym typeface="Google Sans"/>
              </a:defRPr>
            </a:lvl3pPr>
            <a:lvl4pPr indent="-304800" lvl="3" marL="1828800" rtl="0">
              <a:spcBef>
                <a:spcPts val="0"/>
              </a:spcBef>
              <a:spcAft>
                <a:spcPts val="0"/>
              </a:spcAft>
              <a:buSzPts val="1200"/>
              <a:buFont typeface="Google Sans"/>
              <a:buChar char="●"/>
              <a:defRPr sz="1200">
                <a:latin typeface="Google Sans"/>
                <a:ea typeface="Google Sans"/>
                <a:cs typeface="Google Sans"/>
                <a:sym typeface="Google Sans"/>
              </a:defRPr>
            </a:lvl4pPr>
            <a:lvl5pPr indent="-304800" lvl="4" marL="2286000" rtl="0">
              <a:spcBef>
                <a:spcPts val="0"/>
              </a:spcBef>
              <a:spcAft>
                <a:spcPts val="0"/>
              </a:spcAft>
              <a:buSzPts val="1200"/>
              <a:buFont typeface="Google Sans"/>
              <a:buChar char="○"/>
              <a:defRPr sz="1200">
                <a:latin typeface="Google Sans"/>
                <a:ea typeface="Google Sans"/>
                <a:cs typeface="Google Sans"/>
                <a:sym typeface="Google Sans"/>
              </a:defRPr>
            </a:lvl5pPr>
            <a:lvl6pPr indent="-304800" lvl="5" marL="2743200" rtl="0">
              <a:spcBef>
                <a:spcPts val="0"/>
              </a:spcBef>
              <a:spcAft>
                <a:spcPts val="0"/>
              </a:spcAft>
              <a:buSzPts val="1200"/>
              <a:buFont typeface="Google Sans"/>
              <a:buChar char="■"/>
              <a:defRPr sz="1200">
                <a:latin typeface="Google Sans"/>
                <a:ea typeface="Google Sans"/>
                <a:cs typeface="Google Sans"/>
                <a:sym typeface="Google Sans"/>
              </a:defRPr>
            </a:lvl6pPr>
            <a:lvl7pPr indent="-304800" lvl="6" marL="3200400" rtl="0">
              <a:spcBef>
                <a:spcPts val="0"/>
              </a:spcBef>
              <a:spcAft>
                <a:spcPts val="0"/>
              </a:spcAft>
              <a:buSzPts val="1200"/>
              <a:buFont typeface="Google Sans"/>
              <a:buChar char="●"/>
              <a:defRPr sz="1200">
                <a:latin typeface="Google Sans"/>
                <a:ea typeface="Google Sans"/>
                <a:cs typeface="Google Sans"/>
                <a:sym typeface="Google Sans"/>
              </a:defRPr>
            </a:lvl7pPr>
            <a:lvl8pPr indent="-304800" lvl="7" marL="3657600" rtl="0">
              <a:spcBef>
                <a:spcPts val="0"/>
              </a:spcBef>
              <a:spcAft>
                <a:spcPts val="0"/>
              </a:spcAft>
              <a:buSzPts val="1200"/>
              <a:buFont typeface="Google Sans"/>
              <a:buChar char="○"/>
              <a:defRPr sz="1200">
                <a:latin typeface="Google Sans"/>
                <a:ea typeface="Google Sans"/>
                <a:cs typeface="Google Sans"/>
                <a:sym typeface="Google Sans"/>
              </a:defRPr>
            </a:lvl8pPr>
            <a:lvl9pPr indent="-304800" lvl="8" marL="4114800" rtl="0">
              <a:spcBef>
                <a:spcPts val="0"/>
              </a:spcBef>
              <a:spcAft>
                <a:spcPts val="0"/>
              </a:spcAft>
              <a:buSzPts val="1200"/>
              <a:buFont typeface="Google Sans"/>
              <a:buChar char="■"/>
              <a:defRPr sz="1200">
                <a:latin typeface="Google Sans"/>
                <a:ea typeface="Google Sans"/>
                <a:cs typeface="Google Sans"/>
                <a:sym typeface="Google Sans"/>
              </a:defRPr>
            </a:lvl9pPr>
          </a:lstStyle>
          <a:p/>
        </p:txBody>
      </p:sp>
      <p:sp>
        <p:nvSpPr>
          <p:cNvPr id="17" name="Google Shape;17;p3"/>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2pPr>
            <a:lvl3pPr lvl="2"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3pPr>
            <a:lvl4pPr lvl="3"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4pPr>
            <a:lvl5pPr lvl="4"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5pPr>
            <a:lvl6pPr lvl="5"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6pPr>
            <a:lvl7pPr lvl="6"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7pPr>
            <a:lvl8pPr lvl="7"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8pPr>
            <a:lvl9pPr lvl="8"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9pPr>
          </a:lstStyle>
          <a:p/>
        </p:txBody>
      </p:sp>
      <p:sp>
        <p:nvSpPr>
          <p:cNvPr id="18" name="Google Shape;18;p3"/>
          <p:cNvSpPr txBox="1"/>
          <p:nvPr>
            <p:ph idx="3" type="subTitle"/>
          </p:nvPr>
        </p:nvSpPr>
        <p:spPr>
          <a:xfrm>
            <a:off x="311700" y="93750"/>
            <a:ext cx="5053500" cy="3324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F60FF"/>
              </a:buClr>
              <a:buSzPts val="1600"/>
              <a:buFont typeface="Google Sans"/>
              <a:buNone/>
              <a:defRPr b="1">
                <a:solidFill>
                  <a:srgbClr val="4F60FF"/>
                </a:solidFill>
                <a:latin typeface="Google Sans"/>
                <a:ea typeface="Google Sans"/>
                <a:cs typeface="Google Sans"/>
                <a:sym typeface="Google Sa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Columns">
  <p:cSld name="CUSTOM_2">
    <p:spTree>
      <p:nvGrpSpPr>
        <p:cNvPr id="19" name="Shape 19"/>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Columns 1">
  <p:cSld name="CUSTOM_2_1">
    <p:spTree>
      <p:nvGrpSpPr>
        <p:cNvPr id="20" name="Shape 20"/>
        <p:cNvGrpSpPr/>
        <p:nvPr/>
      </p:nvGrpSpPr>
      <p:grpSpPr>
        <a:xfrm>
          <a:off x="0" y="0"/>
          <a:ext cx="0" cy="0"/>
          <a:chOff x="0" y="0"/>
          <a:chExt cx="0" cy="0"/>
        </a:xfrm>
      </p:grpSpPr>
      <p:sp>
        <p:nvSpPr>
          <p:cNvPr id="21" name="Google Shape;21;p5"/>
          <p:cNvSpPr/>
          <p:nvPr/>
        </p:nvSpPr>
        <p:spPr>
          <a:xfrm>
            <a:off x="6685350" y="2684400"/>
            <a:ext cx="2458500" cy="2459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 name="Google Shape;22;p5"/>
          <p:cNvPicPr preferRelativeResize="0"/>
          <p:nvPr/>
        </p:nvPicPr>
        <p:blipFill>
          <a:blip r:embed="rId2">
            <a:alphaModFix/>
          </a:blip>
          <a:stretch>
            <a:fillRect/>
          </a:stretch>
        </p:blipFill>
        <p:spPr>
          <a:xfrm>
            <a:off x="7522150" y="4511800"/>
            <a:ext cx="1579226" cy="631700"/>
          </a:xfrm>
          <a:prstGeom prst="rect">
            <a:avLst/>
          </a:prstGeom>
          <a:noFill/>
          <a:ln>
            <a:noFill/>
          </a:ln>
        </p:spPr>
      </p:pic>
      <p:sp>
        <p:nvSpPr>
          <p:cNvPr id="23" name="Google Shape;23;p5"/>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24" name="Google Shape;24;p5"/>
          <p:cNvSpPr txBox="1"/>
          <p:nvPr>
            <p:ph idx="1" type="subTitle"/>
          </p:nvPr>
        </p:nvSpPr>
        <p:spPr>
          <a:xfrm>
            <a:off x="311700" y="93750"/>
            <a:ext cx="5053500" cy="3324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F60FF"/>
              </a:buClr>
              <a:buSzPts val="1700"/>
              <a:buNone/>
              <a:defRPr sz="1700">
                <a:solidFill>
                  <a:srgbClr val="4F60FF"/>
                </a:solidFill>
              </a:defRPr>
            </a:lvl1pPr>
            <a:lvl2pPr lvl="1" rtl="0">
              <a:spcBef>
                <a:spcPts val="0"/>
              </a:spcBef>
              <a:spcAft>
                <a:spcPts val="0"/>
              </a:spcAft>
              <a:buSzPts val="1700"/>
              <a:buNone/>
              <a:defRPr sz="1700"/>
            </a:lvl2pPr>
            <a:lvl3pPr lvl="2" rtl="0">
              <a:spcBef>
                <a:spcPts val="0"/>
              </a:spcBef>
              <a:spcAft>
                <a:spcPts val="0"/>
              </a:spcAft>
              <a:buSzPts val="1700"/>
              <a:buNone/>
              <a:defRPr sz="1700"/>
            </a:lvl3pPr>
            <a:lvl4pPr lvl="3" rtl="0">
              <a:spcBef>
                <a:spcPts val="0"/>
              </a:spcBef>
              <a:spcAft>
                <a:spcPts val="0"/>
              </a:spcAft>
              <a:buSzPts val="1700"/>
              <a:buNone/>
              <a:defRPr sz="1700"/>
            </a:lvl4pPr>
            <a:lvl5pPr lvl="4" rtl="0">
              <a:spcBef>
                <a:spcPts val="0"/>
              </a:spcBef>
              <a:spcAft>
                <a:spcPts val="0"/>
              </a:spcAft>
              <a:buSzPts val="1700"/>
              <a:buNone/>
              <a:defRPr sz="1700"/>
            </a:lvl5pPr>
            <a:lvl6pPr lvl="5" rtl="0">
              <a:spcBef>
                <a:spcPts val="0"/>
              </a:spcBef>
              <a:spcAft>
                <a:spcPts val="0"/>
              </a:spcAft>
              <a:buSzPts val="1700"/>
              <a:buNone/>
              <a:defRPr sz="1700"/>
            </a:lvl6pPr>
            <a:lvl7pPr lvl="6" rtl="0">
              <a:spcBef>
                <a:spcPts val="0"/>
              </a:spcBef>
              <a:spcAft>
                <a:spcPts val="0"/>
              </a:spcAft>
              <a:buSzPts val="1700"/>
              <a:buNone/>
              <a:defRPr sz="1700"/>
            </a:lvl7pPr>
            <a:lvl8pPr lvl="7" rtl="0">
              <a:spcBef>
                <a:spcPts val="0"/>
              </a:spcBef>
              <a:spcAft>
                <a:spcPts val="0"/>
              </a:spcAft>
              <a:buSzPts val="1700"/>
              <a:buNone/>
              <a:defRPr sz="1700"/>
            </a:lvl8pPr>
            <a:lvl9pPr lvl="8" rtl="0">
              <a:spcBef>
                <a:spcPts val="0"/>
              </a:spcBef>
              <a:spcAft>
                <a:spcPts val="0"/>
              </a:spcAft>
              <a:buSzPts val="1700"/>
              <a:buNone/>
              <a:defRPr sz="17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Title and Body Columns">
  <p:cSld name="TITLE_AND_BODY_2">
    <p:spTree>
      <p:nvGrpSpPr>
        <p:cNvPr id="25" name="Shape 25"/>
        <p:cNvGrpSpPr/>
        <p:nvPr/>
      </p:nvGrpSpPr>
      <p:grpSpPr>
        <a:xfrm>
          <a:off x="0" y="0"/>
          <a:ext cx="0" cy="0"/>
          <a:chOff x="0" y="0"/>
          <a:chExt cx="0" cy="0"/>
        </a:xfrm>
      </p:grpSpPr>
      <p:sp>
        <p:nvSpPr>
          <p:cNvPr id="26" name="Google Shape;26;p6"/>
          <p:cNvSpPr txBox="1"/>
          <p:nvPr>
            <p:ph type="title"/>
          </p:nvPr>
        </p:nvSpPr>
        <p:spPr>
          <a:xfrm>
            <a:off x="754850" y="1546250"/>
            <a:ext cx="2960700" cy="10530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 type="body"/>
          </p:nvPr>
        </p:nvSpPr>
        <p:spPr>
          <a:xfrm>
            <a:off x="4879450" y="1609350"/>
            <a:ext cx="4085700" cy="2677800"/>
          </a:xfrm>
          <a:prstGeom prst="rect">
            <a:avLst/>
          </a:prstGeom>
          <a:noFill/>
          <a:ln>
            <a:noFill/>
          </a:ln>
        </p:spPr>
        <p:txBody>
          <a:bodyPr anchorCtr="0" anchor="t" bIns="91425" lIns="91425" spcFirstLastPara="1" rIns="91425" wrap="square" tIns="91425">
            <a:noAutofit/>
          </a:bodyPr>
          <a:lstStyle>
            <a:lvl1pPr indent="-311150" lvl="0" marL="457200" rtl="0">
              <a:spcBef>
                <a:spcPts val="0"/>
              </a:spcBef>
              <a:spcAft>
                <a:spcPts val="0"/>
              </a:spcAft>
              <a:buSzPts val="1300"/>
              <a:buFont typeface="Google Sans"/>
              <a:buChar char="●"/>
              <a:defRPr sz="1300">
                <a:latin typeface="Google Sans"/>
                <a:ea typeface="Google Sans"/>
                <a:cs typeface="Google Sans"/>
                <a:sym typeface="Google Sans"/>
              </a:defRPr>
            </a:lvl1pPr>
            <a:lvl2pPr indent="-311150" lvl="1" marL="914400" rtl="0">
              <a:spcBef>
                <a:spcPts val="0"/>
              </a:spcBef>
              <a:spcAft>
                <a:spcPts val="0"/>
              </a:spcAft>
              <a:buClr>
                <a:schemeClr val="dk1"/>
              </a:buClr>
              <a:buSzPts val="1300"/>
              <a:buFont typeface="Google Sans"/>
              <a:buChar char="○"/>
              <a:defRPr sz="1300">
                <a:solidFill>
                  <a:schemeClr val="dk1"/>
                </a:solidFill>
                <a:latin typeface="Google Sans"/>
                <a:ea typeface="Google Sans"/>
                <a:cs typeface="Google Sans"/>
                <a:sym typeface="Google Sans"/>
              </a:defRPr>
            </a:lvl2pPr>
            <a:lvl3pPr indent="-311150" lvl="2" marL="1371600" rtl="0">
              <a:spcBef>
                <a:spcPts val="0"/>
              </a:spcBef>
              <a:spcAft>
                <a:spcPts val="0"/>
              </a:spcAft>
              <a:buClr>
                <a:schemeClr val="dk1"/>
              </a:buClr>
              <a:buSzPts val="1300"/>
              <a:buFont typeface="Google Sans"/>
              <a:buChar char="■"/>
              <a:defRPr sz="1300">
                <a:solidFill>
                  <a:schemeClr val="dk1"/>
                </a:solidFill>
                <a:latin typeface="Google Sans"/>
                <a:ea typeface="Google Sans"/>
                <a:cs typeface="Google Sans"/>
                <a:sym typeface="Google Sans"/>
              </a:defRPr>
            </a:lvl3pPr>
            <a:lvl4pPr indent="-311150" lvl="3" marL="1828800" rtl="0">
              <a:spcBef>
                <a:spcPts val="0"/>
              </a:spcBef>
              <a:spcAft>
                <a:spcPts val="0"/>
              </a:spcAft>
              <a:buClr>
                <a:schemeClr val="dk1"/>
              </a:buClr>
              <a:buSzPts val="1300"/>
              <a:buFont typeface="Google Sans"/>
              <a:buChar char="●"/>
              <a:defRPr sz="1300">
                <a:solidFill>
                  <a:schemeClr val="dk1"/>
                </a:solidFill>
                <a:latin typeface="Google Sans"/>
                <a:ea typeface="Google Sans"/>
                <a:cs typeface="Google Sans"/>
                <a:sym typeface="Google Sans"/>
              </a:defRPr>
            </a:lvl4pPr>
            <a:lvl5pPr indent="-311150" lvl="4" marL="2286000" rtl="0">
              <a:spcBef>
                <a:spcPts val="0"/>
              </a:spcBef>
              <a:spcAft>
                <a:spcPts val="0"/>
              </a:spcAft>
              <a:buClr>
                <a:schemeClr val="dk1"/>
              </a:buClr>
              <a:buSzPts val="1300"/>
              <a:buFont typeface="Google Sans"/>
              <a:buChar char="○"/>
              <a:defRPr sz="1300">
                <a:solidFill>
                  <a:schemeClr val="dk1"/>
                </a:solidFill>
                <a:latin typeface="Google Sans"/>
                <a:ea typeface="Google Sans"/>
                <a:cs typeface="Google Sans"/>
                <a:sym typeface="Google Sans"/>
              </a:defRPr>
            </a:lvl5pPr>
            <a:lvl6pPr indent="-311150" lvl="5" marL="2743200" rtl="0">
              <a:spcBef>
                <a:spcPts val="0"/>
              </a:spcBef>
              <a:spcAft>
                <a:spcPts val="0"/>
              </a:spcAft>
              <a:buClr>
                <a:schemeClr val="dk1"/>
              </a:buClr>
              <a:buSzPts val="1300"/>
              <a:buFont typeface="Google Sans"/>
              <a:buChar char="■"/>
              <a:defRPr sz="1300">
                <a:solidFill>
                  <a:schemeClr val="dk1"/>
                </a:solidFill>
                <a:latin typeface="Google Sans"/>
                <a:ea typeface="Google Sans"/>
                <a:cs typeface="Google Sans"/>
                <a:sym typeface="Google Sans"/>
              </a:defRPr>
            </a:lvl6pPr>
            <a:lvl7pPr indent="-311150" lvl="6" marL="3200400" rtl="0">
              <a:spcBef>
                <a:spcPts val="0"/>
              </a:spcBef>
              <a:spcAft>
                <a:spcPts val="0"/>
              </a:spcAft>
              <a:buClr>
                <a:schemeClr val="dk1"/>
              </a:buClr>
              <a:buSzPts val="1300"/>
              <a:buFont typeface="Google Sans"/>
              <a:buChar char="●"/>
              <a:defRPr sz="1300">
                <a:solidFill>
                  <a:schemeClr val="dk1"/>
                </a:solidFill>
                <a:latin typeface="Google Sans"/>
                <a:ea typeface="Google Sans"/>
                <a:cs typeface="Google Sans"/>
                <a:sym typeface="Google Sans"/>
              </a:defRPr>
            </a:lvl7pPr>
            <a:lvl8pPr indent="-311150" lvl="7" marL="3657600" rtl="0">
              <a:spcBef>
                <a:spcPts val="0"/>
              </a:spcBef>
              <a:spcAft>
                <a:spcPts val="0"/>
              </a:spcAft>
              <a:buClr>
                <a:schemeClr val="dk1"/>
              </a:buClr>
              <a:buSzPts val="1300"/>
              <a:buFont typeface="Google Sans"/>
              <a:buChar char="○"/>
              <a:defRPr sz="1300">
                <a:solidFill>
                  <a:schemeClr val="dk1"/>
                </a:solidFill>
                <a:latin typeface="Google Sans"/>
                <a:ea typeface="Google Sans"/>
                <a:cs typeface="Google Sans"/>
                <a:sym typeface="Google Sans"/>
              </a:defRPr>
            </a:lvl8pPr>
            <a:lvl9pPr indent="-311150" lvl="8" marL="4114800" rtl="0">
              <a:spcBef>
                <a:spcPts val="0"/>
              </a:spcBef>
              <a:spcAft>
                <a:spcPts val="0"/>
              </a:spcAft>
              <a:buClr>
                <a:schemeClr val="dk1"/>
              </a:buClr>
              <a:buSzPts val="1300"/>
              <a:buFont typeface="Google Sans"/>
              <a:buChar char="■"/>
              <a:defRPr sz="1300">
                <a:solidFill>
                  <a:schemeClr val="dk1"/>
                </a:solidFill>
                <a:latin typeface="Google Sans"/>
                <a:ea typeface="Google Sans"/>
                <a:cs typeface="Google Sans"/>
                <a:sym typeface="Google Sans"/>
              </a:defRPr>
            </a:lvl9pPr>
          </a:lstStyle>
          <a:p/>
        </p:txBody>
      </p:sp>
      <p:pic>
        <p:nvPicPr>
          <p:cNvPr id="28" name="Google Shape;28;p6"/>
          <p:cNvPicPr preferRelativeResize="0"/>
          <p:nvPr/>
        </p:nvPicPr>
        <p:blipFill>
          <a:blip r:embed="rId2">
            <a:alphaModFix/>
          </a:blip>
          <a:stretch>
            <a:fillRect/>
          </a:stretch>
        </p:blipFill>
        <p:spPr>
          <a:xfrm>
            <a:off x="7522150" y="4511800"/>
            <a:ext cx="1579226" cy="6317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p:cSld name="1_Custom Layout_7_2_1">
    <p:spTree>
      <p:nvGrpSpPr>
        <p:cNvPr id="29" name="Shape 29"/>
        <p:cNvGrpSpPr/>
        <p:nvPr/>
      </p:nvGrpSpPr>
      <p:grpSpPr>
        <a:xfrm>
          <a:off x="0" y="0"/>
          <a:ext cx="0" cy="0"/>
          <a:chOff x="0" y="0"/>
          <a:chExt cx="0" cy="0"/>
        </a:xfrm>
      </p:grpSpPr>
      <p:sp>
        <p:nvSpPr>
          <p:cNvPr id="30" name="Google Shape;30;p7"/>
          <p:cNvSpPr/>
          <p:nvPr/>
        </p:nvSpPr>
        <p:spPr>
          <a:xfrm>
            <a:off x="0" y="0"/>
            <a:ext cx="9144000" cy="51435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7"/>
          <p:cNvPicPr preferRelativeResize="0"/>
          <p:nvPr/>
        </p:nvPicPr>
        <p:blipFill>
          <a:blip r:embed="rId2">
            <a:alphaModFix/>
          </a:blip>
          <a:stretch>
            <a:fillRect/>
          </a:stretch>
        </p:blipFill>
        <p:spPr>
          <a:xfrm>
            <a:off x="0" y="0"/>
            <a:ext cx="9144003" cy="5143501"/>
          </a:xfrm>
          <a:prstGeom prst="rect">
            <a:avLst/>
          </a:prstGeom>
          <a:noFill/>
          <a:ln>
            <a:noFill/>
          </a:ln>
        </p:spPr>
      </p:pic>
      <p:pic>
        <p:nvPicPr>
          <p:cNvPr id="32" name="Google Shape;32;p7"/>
          <p:cNvPicPr preferRelativeResize="0"/>
          <p:nvPr/>
        </p:nvPicPr>
        <p:blipFill>
          <a:blip r:embed="rId3">
            <a:alphaModFix/>
          </a:blip>
          <a:stretch>
            <a:fillRect/>
          </a:stretch>
        </p:blipFill>
        <p:spPr>
          <a:xfrm>
            <a:off x="7536575" y="4524400"/>
            <a:ext cx="1547775" cy="619100"/>
          </a:xfrm>
          <a:prstGeom prst="rect">
            <a:avLst/>
          </a:prstGeom>
          <a:noFill/>
          <a:ln>
            <a:noFill/>
          </a:ln>
        </p:spPr>
      </p:pic>
      <p:sp>
        <p:nvSpPr>
          <p:cNvPr id="33" name="Google Shape;33;p7"/>
          <p:cNvSpPr/>
          <p:nvPr/>
        </p:nvSpPr>
        <p:spPr>
          <a:xfrm>
            <a:off x="0" y="0"/>
            <a:ext cx="9144000" cy="5143500"/>
          </a:xfrm>
          <a:prstGeom prst="rect">
            <a:avLst/>
          </a:prstGeom>
          <a:solidFill>
            <a:srgbClr val="1F243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 name="Google Shape;34;p7"/>
          <p:cNvSpPr txBox="1"/>
          <p:nvPr>
            <p:ph type="title"/>
          </p:nvPr>
        </p:nvSpPr>
        <p:spPr>
          <a:xfrm>
            <a:off x="239100" y="1476975"/>
            <a:ext cx="5182800" cy="1513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400"/>
              <a:buNone/>
              <a:defRPr sz="4400">
                <a:solidFill>
                  <a:schemeClr val="lt1"/>
                </a:solidFill>
              </a:defRPr>
            </a:lvl1pPr>
            <a:lvl2pPr lvl="1" rtl="0">
              <a:spcBef>
                <a:spcPts val="0"/>
              </a:spcBef>
              <a:spcAft>
                <a:spcPts val="0"/>
              </a:spcAft>
              <a:buSzPts val="6000"/>
              <a:buFont typeface="Google Sans"/>
              <a:buNone/>
              <a:defRPr sz="6000">
                <a:latin typeface="Google Sans"/>
                <a:ea typeface="Google Sans"/>
                <a:cs typeface="Google Sans"/>
                <a:sym typeface="Google Sans"/>
              </a:defRPr>
            </a:lvl2pPr>
            <a:lvl3pPr lvl="2" rtl="0">
              <a:spcBef>
                <a:spcPts val="0"/>
              </a:spcBef>
              <a:spcAft>
                <a:spcPts val="0"/>
              </a:spcAft>
              <a:buSzPts val="6000"/>
              <a:buFont typeface="Google Sans"/>
              <a:buNone/>
              <a:defRPr sz="6000">
                <a:latin typeface="Google Sans"/>
                <a:ea typeface="Google Sans"/>
                <a:cs typeface="Google Sans"/>
                <a:sym typeface="Google Sans"/>
              </a:defRPr>
            </a:lvl3pPr>
            <a:lvl4pPr lvl="3" rtl="0">
              <a:spcBef>
                <a:spcPts val="0"/>
              </a:spcBef>
              <a:spcAft>
                <a:spcPts val="0"/>
              </a:spcAft>
              <a:buSzPts val="6000"/>
              <a:buFont typeface="Google Sans"/>
              <a:buNone/>
              <a:defRPr sz="6000">
                <a:latin typeface="Google Sans"/>
                <a:ea typeface="Google Sans"/>
                <a:cs typeface="Google Sans"/>
                <a:sym typeface="Google Sans"/>
              </a:defRPr>
            </a:lvl4pPr>
            <a:lvl5pPr lvl="4" rtl="0">
              <a:spcBef>
                <a:spcPts val="0"/>
              </a:spcBef>
              <a:spcAft>
                <a:spcPts val="0"/>
              </a:spcAft>
              <a:buSzPts val="6000"/>
              <a:buFont typeface="Google Sans"/>
              <a:buNone/>
              <a:defRPr sz="6000">
                <a:latin typeface="Google Sans"/>
                <a:ea typeface="Google Sans"/>
                <a:cs typeface="Google Sans"/>
                <a:sym typeface="Google Sans"/>
              </a:defRPr>
            </a:lvl5pPr>
            <a:lvl6pPr lvl="5" rtl="0">
              <a:spcBef>
                <a:spcPts val="0"/>
              </a:spcBef>
              <a:spcAft>
                <a:spcPts val="0"/>
              </a:spcAft>
              <a:buSzPts val="6000"/>
              <a:buFont typeface="Google Sans"/>
              <a:buNone/>
              <a:defRPr sz="6000">
                <a:latin typeface="Google Sans"/>
                <a:ea typeface="Google Sans"/>
                <a:cs typeface="Google Sans"/>
                <a:sym typeface="Google Sans"/>
              </a:defRPr>
            </a:lvl6pPr>
            <a:lvl7pPr lvl="6" rtl="0">
              <a:spcBef>
                <a:spcPts val="0"/>
              </a:spcBef>
              <a:spcAft>
                <a:spcPts val="0"/>
              </a:spcAft>
              <a:buSzPts val="6000"/>
              <a:buFont typeface="Google Sans"/>
              <a:buNone/>
              <a:defRPr sz="6000">
                <a:latin typeface="Google Sans"/>
                <a:ea typeface="Google Sans"/>
                <a:cs typeface="Google Sans"/>
                <a:sym typeface="Google Sans"/>
              </a:defRPr>
            </a:lvl7pPr>
            <a:lvl8pPr lvl="7" rtl="0">
              <a:spcBef>
                <a:spcPts val="0"/>
              </a:spcBef>
              <a:spcAft>
                <a:spcPts val="0"/>
              </a:spcAft>
              <a:buSzPts val="6000"/>
              <a:buFont typeface="Google Sans"/>
              <a:buNone/>
              <a:defRPr sz="6000">
                <a:latin typeface="Google Sans"/>
                <a:ea typeface="Google Sans"/>
                <a:cs typeface="Google Sans"/>
                <a:sym typeface="Google Sans"/>
              </a:defRPr>
            </a:lvl8pPr>
            <a:lvl9pPr lvl="8" rtl="0">
              <a:spcBef>
                <a:spcPts val="0"/>
              </a:spcBef>
              <a:spcAft>
                <a:spcPts val="0"/>
              </a:spcAft>
              <a:buSzPts val="6000"/>
              <a:buFont typeface="Google Sans"/>
              <a:buNone/>
              <a:defRPr sz="6000">
                <a:latin typeface="Google Sans"/>
                <a:ea typeface="Google Sans"/>
                <a:cs typeface="Google Sans"/>
                <a:sym typeface="Google Sans"/>
              </a:defRPr>
            </a:lvl9pPr>
          </a:lstStyle>
          <a:p/>
        </p:txBody>
      </p:sp>
      <p:sp>
        <p:nvSpPr>
          <p:cNvPr id="35" name="Google Shape;35;p7"/>
          <p:cNvSpPr txBox="1"/>
          <p:nvPr>
            <p:ph idx="1" type="subTitle"/>
          </p:nvPr>
        </p:nvSpPr>
        <p:spPr>
          <a:xfrm>
            <a:off x="239100" y="1144575"/>
            <a:ext cx="5053500" cy="3324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F60FF"/>
              </a:buClr>
              <a:buSzPts val="1600"/>
              <a:buFont typeface="Google Sans"/>
              <a:buNone/>
              <a:defRPr>
                <a:solidFill>
                  <a:srgbClr val="4F60FF"/>
                </a:solidFill>
                <a:latin typeface="Google Sans"/>
                <a:ea typeface="Google Sans"/>
                <a:cs typeface="Google Sans"/>
                <a:sym typeface="Google Sans"/>
              </a:defRPr>
            </a:lvl1pPr>
            <a:lvl2pPr lvl="1" rtl="0">
              <a:spcBef>
                <a:spcPts val="0"/>
              </a:spcBef>
              <a:spcAft>
                <a:spcPts val="0"/>
              </a:spcAft>
              <a:buSzPts val="1400"/>
              <a:buFont typeface="Google Sans"/>
              <a:buNone/>
              <a:defRPr>
                <a:latin typeface="Google Sans"/>
                <a:ea typeface="Google Sans"/>
                <a:cs typeface="Google Sans"/>
                <a:sym typeface="Google Sans"/>
              </a:defRPr>
            </a:lvl2pPr>
            <a:lvl3pPr lvl="2" rtl="0">
              <a:spcBef>
                <a:spcPts val="0"/>
              </a:spcBef>
              <a:spcAft>
                <a:spcPts val="0"/>
              </a:spcAft>
              <a:buSzPts val="1400"/>
              <a:buFont typeface="Google Sans"/>
              <a:buNone/>
              <a:defRPr>
                <a:latin typeface="Google Sans"/>
                <a:ea typeface="Google Sans"/>
                <a:cs typeface="Google Sans"/>
                <a:sym typeface="Google Sans"/>
              </a:defRPr>
            </a:lvl3pPr>
            <a:lvl4pPr lvl="3" rtl="0">
              <a:spcBef>
                <a:spcPts val="0"/>
              </a:spcBef>
              <a:spcAft>
                <a:spcPts val="0"/>
              </a:spcAft>
              <a:buSzPts val="1400"/>
              <a:buFont typeface="Google Sans"/>
              <a:buNone/>
              <a:defRPr>
                <a:latin typeface="Google Sans"/>
                <a:ea typeface="Google Sans"/>
                <a:cs typeface="Google Sans"/>
                <a:sym typeface="Google Sans"/>
              </a:defRPr>
            </a:lvl4pPr>
            <a:lvl5pPr lvl="4" rtl="0">
              <a:spcBef>
                <a:spcPts val="0"/>
              </a:spcBef>
              <a:spcAft>
                <a:spcPts val="0"/>
              </a:spcAft>
              <a:buSzPts val="1400"/>
              <a:buFont typeface="Google Sans"/>
              <a:buNone/>
              <a:defRPr>
                <a:latin typeface="Google Sans"/>
                <a:ea typeface="Google Sans"/>
                <a:cs typeface="Google Sans"/>
                <a:sym typeface="Google Sans"/>
              </a:defRPr>
            </a:lvl5pPr>
            <a:lvl6pPr lvl="5" rtl="0">
              <a:spcBef>
                <a:spcPts val="0"/>
              </a:spcBef>
              <a:spcAft>
                <a:spcPts val="0"/>
              </a:spcAft>
              <a:buSzPts val="1400"/>
              <a:buFont typeface="Google Sans"/>
              <a:buNone/>
              <a:defRPr>
                <a:latin typeface="Google Sans"/>
                <a:ea typeface="Google Sans"/>
                <a:cs typeface="Google Sans"/>
                <a:sym typeface="Google Sans"/>
              </a:defRPr>
            </a:lvl6pPr>
            <a:lvl7pPr lvl="6" rtl="0">
              <a:spcBef>
                <a:spcPts val="0"/>
              </a:spcBef>
              <a:spcAft>
                <a:spcPts val="0"/>
              </a:spcAft>
              <a:buSzPts val="1400"/>
              <a:buFont typeface="Google Sans"/>
              <a:buNone/>
              <a:defRPr>
                <a:latin typeface="Google Sans"/>
                <a:ea typeface="Google Sans"/>
                <a:cs typeface="Google Sans"/>
                <a:sym typeface="Google Sans"/>
              </a:defRPr>
            </a:lvl7pPr>
            <a:lvl8pPr lvl="7" rtl="0">
              <a:spcBef>
                <a:spcPts val="0"/>
              </a:spcBef>
              <a:spcAft>
                <a:spcPts val="0"/>
              </a:spcAft>
              <a:buSzPts val="1400"/>
              <a:buFont typeface="Google Sans"/>
              <a:buNone/>
              <a:defRPr>
                <a:latin typeface="Google Sans"/>
                <a:ea typeface="Google Sans"/>
                <a:cs typeface="Google Sans"/>
                <a:sym typeface="Google Sans"/>
              </a:defRPr>
            </a:lvl8pPr>
            <a:lvl9pPr lvl="8" rtl="0">
              <a:spcBef>
                <a:spcPts val="0"/>
              </a:spcBef>
              <a:spcAft>
                <a:spcPts val="0"/>
              </a:spcAft>
              <a:buSzPts val="1400"/>
              <a:buFont typeface="Google Sans"/>
              <a:buNone/>
              <a:defRPr>
                <a:latin typeface="Google Sans"/>
                <a:ea typeface="Google Sans"/>
                <a:cs typeface="Google Sans"/>
                <a:sym typeface="Google Sans"/>
              </a:defRPr>
            </a:lvl9pPr>
          </a:lstStyle>
          <a:p/>
        </p:txBody>
      </p:sp>
      <p:sp>
        <p:nvSpPr>
          <p:cNvPr id="36" name="Google Shape;36;p7"/>
          <p:cNvSpPr txBox="1"/>
          <p:nvPr>
            <p:ph idx="2" type="subTitle"/>
          </p:nvPr>
        </p:nvSpPr>
        <p:spPr>
          <a:xfrm>
            <a:off x="239100" y="2990175"/>
            <a:ext cx="5128500" cy="332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2"/>
              </a:buClr>
              <a:buSzPts val="1700"/>
              <a:buFont typeface="Google Sans"/>
              <a:buNone/>
              <a:defRPr sz="1700">
                <a:solidFill>
                  <a:schemeClr val="lt2"/>
                </a:solidFill>
                <a:latin typeface="Google Sans"/>
                <a:ea typeface="Google Sans"/>
                <a:cs typeface="Google Sans"/>
                <a:sym typeface="Google Sans"/>
              </a:defRPr>
            </a:lvl1pPr>
            <a:lvl2pPr lvl="1"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2pPr>
            <a:lvl3pPr lvl="2"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3pPr>
            <a:lvl4pPr lvl="3"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4pPr>
            <a:lvl5pPr lvl="4"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5pPr>
            <a:lvl6pPr lvl="5"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6pPr>
            <a:lvl7pPr lvl="6"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7pPr>
            <a:lvl8pPr lvl="7"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8pPr>
            <a:lvl9pPr lvl="8"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9pPr>
          </a:lstStyle>
          <a:p/>
        </p:txBody>
      </p:sp>
      <p:pic>
        <p:nvPicPr>
          <p:cNvPr id="37" name="Google Shape;37;p7"/>
          <p:cNvPicPr preferRelativeResize="0"/>
          <p:nvPr/>
        </p:nvPicPr>
        <p:blipFill>
          <a:blip r:embed="rId4">
            <a:alphaModFix/>
          </a:blip>
          <a:stretch>
            <a:fillRect/>
          </a:stretch>
        </p:blipFill>
        <p:spPr>
          <a:xfrm>
            <a:off x="6415425" y="4304226"/>
            <a:ext cx="2556355" cy="619100"/>
          </a:xfrm>
          <a:prstGeom prst="rect">
            <a:avLst/>
          </a:prstGeom>
          <a:noFill/>
          <a:ln>
            <a:noFill/>
          </a:ln>
        </p:spPr>
      </p:pic>
      <p:pic>
        <p:nvPicPr>
          <p:cNvPr id="38" name="Google Shape;38;p7"/>
          <p:cNvPicPr preferRelativeResize="0"/>
          <p:nvPr/>
        </p:nvPicPr>
        <p:blipFill>
          <a:blip r:embed="rId5">
            <a:alphaModFix/>
          </a:blip>
          <a:stretch>
            <a:fillRect/>
          </a:stretch>
        </p:blipFill>
        <p:spPr>
          <a:xfrm>
            <a:off x="338650" y="324000"/>
            <a:ext cx="1230450" cy="4355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1">
  <p:cSld name="1_Custom Layout_7_2_1_1">
    <p:spTree>
      <p:nvGrpSpPr>
        <p:cNvPr id="39" name="Shape 39"/>
        <p:cNvGrpSpPr/>
        <p:nvPr/>
      </p:nvGrpSpPr>
      <p:grpSpPr>
        <a:xfrm>
          <a:off x="0" y="0"/>
          <a:ext cx="0" cy="0"/>
          <a:chOff x="0" y="0"/>
          <a:chExt cx="0" cy="0"/>
        </a:xfrm>
      </p:grpSpPr>
      <p:sp>
        <p:nvSpPr>
          <p:cNvPr id="40" name="Google Shape;40;p8"/>
          <p:cNvSpPr/>
          <p:nvPr/>
        </p:nvSpPr>
        <p:spPr>
          <a:xfrm>
            <a:off x="0" y="0"/>
            <a:ext cx="9144000" cy="51435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 name="Google Shape;41;p8"/>
          <p:cNvPicPr preferRelativeResize="0"/>
          <p:nvPr/>
        </p:nvPicPr>
        <p:blipFill>
          <a:blip r:embed="rId2">
            <a:alphaModFix/>
          </a:blip>
          <a:stretch>
            <a:fillRect/>
          </a:stretch>
        </p:blipFill>
        <p:spPr>
          <a:xfrm>
            <a:off x="0" y="0"/>
            <a:ext cx="9144003" cy="5143501"/>
          </a:xfrm>
          <a:prstGeom prst="rect">
            <a:avLst/>
          </a:prstGeom>
          <a:noFill/>
          <a:ln>
            <a:noFill/>
          </a:ln>
        </p:spPr>
      </p:pic>
      <p:pic>
        <p:nvPicPr>
          <p:cNvPr id="42" name="Google Shape;42;p8"/>
          <p:cNvPicPr preferRelativeResize="0"/>
          <p:nvPr/>
        </p:nvPicPr>
        <p:blipFill>
          <a:blip r:embed="rId3">
            <a:alphaModFix/>
          </a:blip>
          <a:stretch>
            <a:fillRect/>
          </a:stretch>
        </p:blipFill>
        <p:spPr>
          <a:xfrm>
            <a:off x="7536575" y="4524400"/>
            <a:ext cx="1547775" cy="619100"/>
          </a:xfrm>
          <a:prstGeom prst="rect">
            <a:avLst/>
          </a:prstGeom>
          <a:noFill/>
          <a:ln>
            <a:noFill/>
          </a:ln>
        </p:spPr>
      </p:pic>
      <p:sp>
        <p:nvSpPr>
          <p:cNvPr id="43" name="Google Shape;43;p8"/>
          <p:cNvSpPr/>
          <p:nvPr/>
        </p:nvSpPr>
        <p:spPr>
          <a:xfrm>
            <a:off x="0" y="0"/>
            <a:ext cx="9144000" cy="5143500"/>
          </a:xfrm>
          <a:prstGeom prst="rect">
            <a:avLst/>
          </a:prstGeom>
          <a:solidFill>
            <a:srgbClr val="313C9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 name="Google Shape;44;p8"/>
          <p:cNvSpPr txBox="1"/>
          <p:nvPr>
            <p:ph type="title"/>
          </p:nvPr>
        </p:nvSpPr>
        <p:spPr>
          <a:xfrm>
            <a:off x="239100" y="1476975"/>
            <a:ext cx="5182800" cy="1513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400"/>
              <a:buNone/>
              <a:defRPr sz="4400">
                <a:solidFill>
                  <a:schemeClr val="lt1"/>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45" name="Google Shape;45;p8"/>
          <p:cNvSpPr txBox="1"/>
          <p:nvPr>
            <p:ph idx="1" type="subTitle"/>
          </p:nvPr>
        </p:nvSpPr>
        <p:spPr>
          <a:xfrm>
            <a:off x="239100" y="1144575"/>
            <a:ext cx="5053500" cy="3324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99FF99"/>
              </a:buClr>
              <a:buSzPts val="1600"/>
              <a:buFont typeface="Google Sans SemiBold"/>
              <a:buNone/>
              <a:defRPr>
                <a:solidFill>
                  <a:srgbClr val="99FF99"/>
                </a:solidFill>
                <a:latin typeface="Google Sans SemiBold"/>
                <a:ea typeface="Google Sans SemiBold"/>
                <a:cs typeface="Google Sans SemiBold"/>
                <a:sym typeface="Google Sans SemiBol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6" name="Google Shape;46;p8"/>
          <p:cNvPicPr preferRelativeResize="0"/>
          <p:nvPr/>
        </p:nvPicPr>
        <p:blipFill>
          <a:blip r:embed="rId4">
            <a:alphaModFix/>
          </a:blip>
          <a:stretch>
            <a:fillRect/>
          </a:stretch>
        </p:blipFill>
        <p:spPr>
          <a:xfrm>
            <a:off x="365300" y="442477"/>
            <a:ext cx="1012788" cy="332401"/>
          </a:xfrm>
          <a:prstGeom prst="rect">
            <a:avLst/>
          </a:prstGeom>
          <a:noFill/>
          <a:ln>
            <a:noFill/>
          </a:ln>
        </p:spPr>
      </p:pic>
      <p:sp>
        <p:nvSpPr>
          <p:cNvPr id="47" name="Google Shape;47;p8"/>
          <p:cNvSpPr txBox="1"/>
          <p:nvPr>
            <p:ph idx="2" type="subTitle"/>
          </p:nvPr>
        </p:nvSpPr>
        <p:spPr>
          <a:xfrm>
            <a:off x="239100" y="2990175"/>
            <a:ext cx="5053500" cy="332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2"/>
              </a:buClr>
              <a:buSzPts val="1700"/>
              <a:buFont typeface="Google Sans"/>
              <a:buNone/>
              <a:defRPr sz="1700">
                <a:solidFill>
                  <a:schemeClr val="lt2"/>
                </a:solidFill>
                <a:latin typeface="Google Sans"/>
                <a:ea typeface="Google Sans"/>
                <a:cs typeface="Google Sans"/>
                <a:sym typeface="Google Sans"/>
              </a:defRPr>
            </a:lvl1pPr>
            <a:lvl2pPr lvl="1"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2pPr>
            <a:lvl3pPr lvl="2"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3pPr>
            <a:lvl4pPr lvl="3"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4pPr>
            <a:lvl5pPr lvl="4"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5pPr>
            <a:lvl6pPr lvl="5"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6pPr>
            <a:lvl7pPr lvl="6"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7pPr>
            <a:lvl8pPr lvl="7"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8pPr>
            <a:lvl9pPr lvl="8" rtl="0">
              <a:spcBef>
                <a:spcPts val="0"/>
              </a:spcBef>
              <a:spcAft>
                <a:spcPts val="0"/>
              </a:spcAft>
              <a:buClr>
                <a:schemeClr val="lt2"/>
              </a:buClr>
              <a:buSzPts val="1400"/>
              <a:buFont typeface="Google Sans"/>
              <a:buNone/>
              <a:defRPr>
                <a:solidFill>
                  <a:schemeClr val="lt2"/>
                </a:solidFill>
                <a:latin typeface="Google Sans"/>
                <a:ea typeface="Google Sans"/>
                <a:cs typeface="Google Sans"/>
                <a:sym typeface="Google Sans"/>
              </a:defRPr>
            </a:lvl9pPr>
          </a:lstStyle>
          <a:p/>
        </p:txBody>
      </p:sp>
      <p:pic>
        <p:nvPicPr>
          <p:cNvPr id="48" name="Google Shape;48;p8"/>
          <p:cNvPicPr preferRelativeResize="0"/>
          <p:nvPr/>
        </p:nvPicPr>
        <p:blipFill>
          <a:blip r:embed="rId5">
            <a:alphaModFix/>
          </a:blip>
          <a:stretch>
            <a:fillRect/>
          </a:stretch>
        </p:blipFill>
        <p:spPr>
          <a:xfrm>
            <a:off x="6415425" y="4304226"/>
            <a:ext cx="2556355" cy="6191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Section">
  <p:cSld name="MAIN_POINT">
    <p:spTree>
      <p:nvGrpSpPr>
        <p:cNvPr id="49" name="Shape 49"/>
        <p:cNvGrpSpPr/>
        <p:nvPr/>
      </p:nvGrpSpPr>
      <p:grpSpPr>
        <a:xfrm>
          <a:off x="0" y="0"/>
          <a:ext cx="0" cy="0"/>
          <a:chOff x="0" y="0"/>
          <a:chExt cx="0" cy="0"/>
        </a:xfrm>
      </p:grpSpPr>
      <p:sp>
        <p:nvSpPr>
          <p:cNvPr id="50" name="Google Shape;50;p9"/>
          <p:cNvSpPr/>
          <p:nvPr/>
        </p:nvSpPr>
        <p:spPr>
          <a:xfrm>
            <a:off x="0" y="-6225"/>
            <a:ext cx="9168900" cy="5149800"/>
          </a:xfrm>
          <a:prstGeom prst="rect">
            <a:avLst/>
          </a:prstGeom>
          <a:solidFill>
            <a:srgbClr val="2F399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 name="Google Shape;51;p9"/>
          <p:cNvSpPr txBox="1"/>
          <p:nvPr>
            <p:ph type="title"/>
          </p:nvPr>
        </p:nvSpPr>
        <p:spPr>
          <a:xfrm>
            <a:off x="565075" y="1995950"/>
            <a:ext cx="7674600" cy="804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3000">
                <a:solidFill>
                  <a:schemeClr val="lt1"/>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2" name="Google Shape;52;p9"/>
          <p:cNvSpPr txBox="1"/>
          <p:nvPr>
            <p:ph idx="1" type="subTitle"/>
          </p:nvPr>
        </p:nvSpPr>
        <p:spPr>
          <a:xfrm>
            <a:off x="1892200" y="2843150"/>
            <a:ext cx="5072700" cy="437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lt1"/>
              </a:buClr>
              <a:buSzPts val="1900"/>
              <a:buFont typeface="Google Sans"/>
              <a:buNone/>
              <a:defRPr sz="1900">
                <a:solidFill>
                  <a:schemeClr val="lt1"/>
                </a:solidFill>
                <a:latin typeface="Google Sans"/>
                <a:ea typeface="Google Sans"/>
                <a:cs typeface="Google Sans"/>
                <a:sym typeface="Google Sans"/>
              </a:defRPr>
            </a:lvl1pPr>
            <a:lvl2pPr lvl="1" rtl="0" algn="ctr">
              <a:spcBef>
                <a:spcPts val="0"/>
              </a:spcBef>
              <a:spcAft>
                <a:spcPts val="0"/>
              </a:spcAft>
              <a:buSzPts val="1400"/>
              <a:buFont typeface="Google Sans"/>
              <a:buNone/>
              <a:defRPr>
                <a:latin typeface="Google Sans"/>
                <a:ea typeface="Google Sans"/>
                <a:cs typeface="Google Sans"/>
                <a:sym typeface="Google Sans"/>
              </a:defRPr>
            </a:lvl2pPr>
            <a:lvl3pPr lvl="2" rtl="0" algn="ctr">
              <a:spcBef>
                <a:spcPts val="0"/>
              </a:spcBef>
              <a:spcAft>
                <a:spcPts val="0"/>
              </a:spcAft>
              <a:buSzPts val="1400"/>
              <a:buFont typeface="Google Sans"/>
              <a:buNone/>
              <a:defRPr>
                <a:latin typeface="Google Sans"/>
                <a:ea typeface="Google Sans"/>
                <a:cs typeface="Google Sans"/>
                <a:sym typeface="Google Sans"/>
              </a:defRPr>
            </a:lvl3pPr>
            <a:lvl4pPr lvl="3" rtl="0" algn="ctr">
              <a:spcBef>
                <a:spcPts val="0"/>
              </a:spcBef>
              <a:spcAft>
                <a:spcPts val="0"/>
              </a:spcAft>
              <a:buSzPts val="1400"/>
              <a:buFont typeface="Google Sans"/>
              <a:buNone/>
              <a:defRPr>
                <a:latin typeface="Google Sans"/>
                <a:ea typeface="Google Sans"/>
                <a:cs typeface="Google Sans"/>
                <a:sym typeface="Google Sans"/>
              </a:defRPr>
            </a:lvl4pPr>
            <a:lvl5pPr lvl="4" rtl="0" algn="ctr">
              <a:spcBef>
                <a:spcPts val="0"/>
              </a:spcBef>
              <a:spcAft>
                <a:spcPts val="0"/>
              </a:spcAft>
              <a:buSzPts val="1400"/>
              <a:buFont typeface="Google Sans"/>
              <a:buNone/>
              <a:defRPr>
                <a:latin typeface="Google Sans"/>
                <a:ea typeface="Google Sans"/>
                <a:cs typeface="Google Sans"/>
                <a:sym typeface="Google Sans"/>
              </a:defRPr>
            </a:lvl5pPr>
            <a:lvl6pPr lvl="5" rtl="0" algn="ctr">
              <a:spcBef>
                <a:spcPts val="0"/>
              </a:spcBef>
              <a:spcAft>
                <a:spcPts val="0"/>
              </a:spcAft>
              <a:buSzPts val="1400"/>
              <a:buFont typeface="Google Sans"/>
              <a:buNone/>
              <a:defRPr>
                <a:latin typeface="Google Sans"/>
                <a:ea typeface="Google Sans"/>
                <a:cs typeface="Google Sans"/>
                <a:sym typeface="Google Sans"/>
              </a:defRPr>
            </a:lvl6pPr>
            <a:lvl7pPr lvl="6" rtl="0" algn="ctr">
              <a:spcBef>
                <a:spcPts val="0"/>
              </a:spcBef>
              <a:spcAft>
                <a:spcPts val="0"/>
              </a:spcAft>
              <a:buSzPts val="1400"/>
              <a:buFont typeface="Google Sans"/>
              <a:buNone/>
              <a:defRPr>
                <a:latin typeface="Google Sans"/>
                <a:ea typeface="Google Sans"/>
                <a:cs typeface="Google Sans"/>
                <a:sym typeface="Google Sans"/>
              </a:defRPr>
            </a:lvl7pPr>
            <a:lvl8pPr lvl="7" rtl="0" algn="ctr">
              <a:spcBef>
                <a:spcPts val="0"/>
              </a:spcBef>
              <a:spcAft>
                <a:spcPts val="0"/>
              </a:spcAft>
              <a:buSzPts val="1400"/>
              <a:buFont typeface="Google Sans"/>
              <a:buNone/>
              <a:defRPr>
                <a:latin typeface="Google Sans"/>
                <a:ea typeface="Google Sans"/>
                <a:cs typeface="Google Sans"/>
                <a:sym typeface="Google Sans"/>
              </a:defRPr>
            </a:lvl8pPr>
            <a:lvl9pPr lvl="8" rtl="0" algn="ctr">
              <a:spcBef>
                <a:spcPts val="0"/>
              </a:spcBef>
              <a:spcAft>
                <a:spcPts val="0"/>
              </a:spcAft>
              <a:buSzPts val="1400"/>
              <a:buFont typeface="Google Sans"/>
              <a:buNone/>
              <a:defRPr>
                <a:latin typeface="Google Sans"/>
                <a:ea typeface="Google Sans"/>
                <a:cs typeface="Google Sans"/>
                <a:sym typeface="Google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Section 1">
  <p:cSld name="MAIN_POINT_1">
    <p:spTree>
      <p:nvGrpSpPr>
        <p:cNvPr id="53" name="Shape 53"/>
        <p:cNvGrpSpPr/>
        <p:nvPr/>
      </p:nvGrpSpPr>
      <p:grpSpPr>
        <a:xfrm>
          <a:off x="0" y="0"/>
          <a:ext cx="0" cy="0"/>
          <a:chOff x="0" y="0"/>
          <a:chExt cx="0" cy="0"/>
        </a:xfrm>
      </p:grpSpPr>
      <p:sp>
        <p:nvSpPr>
          <p:cNvPr id="54" name="Google Shape;54;p10"/>
          <p:cNvSpPr/>
          <p:nvPr/>
        </p:nvSpPr>
        <p:spPr>
          <a:xfrm>
            <a:off x="0" y="-6225"/>
            <a:ext cx="9168900" cy="5149800"/>
          </a:xfrm>
          <a:prstGeom prst="rect">
            <a:avLst/>
          </a:prstGeom>
          <a:solidFill>
            <a:srgbClr val="1F243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0"/>
          <p:cNvSpPr txBox="1"/>
          <p:nvPr>
            <p:ph type="title"/>
          </p:nvPr>
        </p:nvSpPr>
        <p:spPr>
          <a:xfrm>
            <a:off x="565075" y="1995950"/>
            <a:ext cx="7674600" cy="804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3000">
                <a:solidFill>
                  <a:schemeClr val="lt1"/>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6" name="Google Shape;56;p10"/>
          <p:cNvSpPr txBox="1"/>
          <p:nvPr>
            <p:ph idx="1" type="subTitle"/>
          </p:nvPr>
        </p:nvSpPr>
        <p:spPr>
          <a:xfrm>
            <a:off x="1892200" y="2843150"/>
            <a:ext cx="5072700" cy="437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lt1"/>
              </a:buClr>
              <a:buSzPts val="1900"/>
              <a:buFont typeface="Google Sans"/>
              <a:buNone/>
              <a:defRPr sz="1900">
                <a:solidFill>
                  <a:schemeClr val="lt1"/>
                </a:solidFill>
                <a:latin typeface="Google Sans"/>
                <a:ea typeface="Google Sans"/>
                <a:cs typeface="Google Sans"/>
                <a:sym typeface="Google Sans"/>
              </a:defRPr>
            </a:lvl1pPr>
            <a:lvl2pPr lvl="1" rtl="0" algn="ctr">
              <a:spcBef>
                <a:spcPts val="0"/>
              </a:spcBef>
              <a:spcAft>
                <a:spcPts val="0"/>
              </a:spcAft>
              <a:buSzPts val="1400"/>
              <a:buFont typeface="Google Sans"/>
              <a:buNone/>
              <a:defRPr>
                <a:latin typeface="Google Sans"/>
                <a:ea typeface="Google Sans"/>
                <a:cs typeface="Google Sans"/>
                <a:sym typeface="Google Sans"/>
              </a:defRPr>
            </a:lvl2pPr>
            <a:lvl3pPr lvl="2" rtl="0" algn="ctr">
              <a:spcBef>
                <a:spcPts val="0"/>
              </a:spcBef>
              <a:spcAft>
                <a:spcPts val="0"/>
              </a:spcAft>
              <a:buSzPts val="1400"/>
              <a:buFont typeface="Google Sans"/>
              <a:buNone/>
              <a:defRPr>
                <a:latin typeface="Google Sans"/>
                <a:ea typeface="Google Sans"/>
                <a:cs typeface="Google Sans"/>
                <a:sym typeface="Google Sans"/>
              </a:defRPr>
            </a:lvl3pPr>
            <a:lvl4pPr lvl="3" rtl="0" algn="ctr">
              <a:spcBef>
                <a:spcPts val="0"/>
              </a:spcBef>
              <a:spcAft>
                <a:spcPts val="0"/>
              </a:spcAft>
              <a:buSzPts val="1400"/>
              <a:buFont typeface="Google Sans"/>
              <a:buNone/>
              <a:defRPr>
                <a:latin typeface="Google Sans"/>
                <a:ea typeface="Google Sans"/>
                <a:cs typeface="Google Sans"/>
                <a:sym typeface="Google Sans"/>
              </a:defRPr>
            </a:lvl4pPr>
            <a:lvl5pPr lvl="4" rtl="0" algn="ctr">
              <a:spcBef>
                <a:spcPts val="0"/>
              </a:spcBef>
              <a:spcAft>
                <a:spcPts val="0"/>
              </a:spcAft>
              <a:buSzPts val="1400"/>
              <a:buFont typeface="Google Sans"/>
              <a:buNone/>
              <a:defRPr>
                <a:latin typeface="Google Sans"/>
                <a:ea typeface="Google Sans"/>
                <a:cs typeface="Google Sans"/>
                <a:sym typeface="Google Sans"/>
              </a:defRPr>
            </a:lvl5pPr>
            <a:lvl6pPr lvl="5" rtl="0" algn="ctr">
              <a:spcBef>
                <a:spcPts val="0"/>
              </a:spcBef>
              <a:spcAft>
                <a:spcPts val="0"/>
              </a:spcAft>
              <a:buSzPts val="1400"/>
              <a:buFont typeface="Google Sans"/>
              <a:buNone/>
              <a:defRPr>
                <a:latin typeface="Google Sans"/>
                <a:ea typeface="Google Sans"/>
                <a:cs typeface="Google Sans"/>
                <a:sym typeface="Google Sans"/>
              </a:defRPr>
            </a:lvl6pPr>
            <a:lvl7pPr lvl="6" rtl="0" algn="ctr">
              <a:spcBef>
                <a:spcPts val="0"/>
              </a:spcBef>
              <a:spcAft>
                <a:spcPts val="0"/>
              </a:spcAft>
              <a:buSzPts val="1400"/>
              <a:buFont typeface="Google Sans"/>
              <a:buNone/>
              <a:defRPr>
                <a:latin typeface="Google Sans"/>
                <a:ea typeface="Google Sans"/>
                <a:cs typeface="Google Sans"/>
                <a:sym typeface="Google Sans"/>
              </a:defRPr>
            </a:lvl7pPr>
            <a:lvl8pPr lvl="7" rtl="0" algn="ctr">
              <a:spcBef>
                <a:spcPts val="0"/>
              </a:spcBef>
              <a:spcAft>
                <a:spcPts val="0"/>
              </a:spcAft>
              <a:buSzPts val="1400"/>
              <a:buFont typeface="Google Sans"/>
              <a:buNone/>
              <a:defRPr>
                <a:latin typeface="Google Sans"/>
                <a:ea typeface="Google Sans"/>
                <a:cs typeface="Google Sans"/>
                <a:sym typeface="Google Sans"/>
              </a:defRPr>
            </a:lvl8pPr>
            <a:lvl9pPr lvl="8" rtl="0" algn="ctr">
              <a:spcBef>
                <a:spcPts val="0"/>
              </a:spcBef>
              <a:spcAft>
                <a:spcPts val="0"/>
              </a:spcAft>
              <a:buSzPts val="1400"/>
              <a:buFont typeface="Google Sans"/>
              <a:buNone/>
              <a:defRPr>
                <a:latin typeface="Google Sans"/>
                <a:ea typeface="Google Sans"/>
                <a:cs typeface="Google Sans"/>
                <a:sym typeface="Google Sans"/>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Columns 2">
  <p:cSld name="CUSTOM_2_2_1">
    <p:spTree>
      <p:nvGrpSpPr>
        <p:cNvPr id="57" name="Shape 57"/>
        <p:cNvGrpSpPr/>
        <p:nvPr/>
      </p:nvGrpSpPr>
      <p:grpSpPr>
        <a:xfrm>
          <a:off x="0" y="0"/>
          <a:ext cx="0" cy="0"/>
          <a:chOff x="0" y="0"/>
          <a:chExt cx="0" cy="0"/>
        </a:xfrm>
      </p:grpSpPr>
      <p:sp>
        <p:nvSpPr>
          <p:cNvPr id="58" name="Google Shape;58;p11"/>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type="title"/>
          </p:nvPr>
        </p:nvSpPr>
        <p:spPr>
          <a:xfrm>
            <a:off x="565075" y="1995950"/>
            <a:ext cx="7674600" cy="804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0" name="Google Shape;60;p11"/>
          <p:cNvSpPr txBox="1"/>
          <p:nvPr>
            <p:ph idx="1" type="subTitle"/>
          </p:nvPr>
        </p:nvSpPr>
        <p:spPr>
          <a:xfrm>
            <a:off x="1892200" y="2843150"/>
            <a:ext cx="5072700" cy="437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1900"/>
              <a:buFont typeface="Google Sans"/>
              <a:buNone/>
              <a:defRPr sz="1900">
                <a:solidFill>
                  <a:schemeClr val="dk1"/>
                </a:solidFill>
                <a:latin typeface="Google Sans"/>
                <a:ea typeface="Google Sans"/>
                <a:cs typeface="Google Sans"/>
                <a:sym typeface="Google Sans"/>
              </a:defRPr>
            </a:lvl1pPr>
            <a:lvl2pPr lvl="1" rtl="0" algn="ctr">
              <a:spcBef>
                <a:spcPts val="0"/>
              </a:spcBef>
              <a:spcAft>
                <a:spcPts val="0"/>
              </a:spcAft>
              <a:buClr>
                <a:schemeClr val="dk1"/>
              </a:buClr>
              <a:buSzPts val="1400"/>
              <a:buFont typeface="Google Sans"/>
              <a:buNone/>
              <a:defRPr>
                <a:solidFill>
                  <a:schemeClr val="dk1"/>
                </a:solidFill>
                <a:latin typeface="Google Sans"/>
                <a:ea typeface="Google Sans"/>
                <a:cs typeface="Google Sans"/>
                <a:sym typeface="Google Sans"/>
              </a:defRPr>
            </a:lvl2pPr>
            <a:lvl3pPr lvl="2" rtl="0" algn="ctr">
              <a:spcBef>
                <a:spcPts val="0"/>
              </a:spcBef>
              <a:spcAft>
                <a:spcPts val="0"/>
              </a:spcAft>
              <a:buClr>
                <a:schemeClr val="dk1"/>
              </a:buClr>
              <a:buSzPts val="1400"/>
              <a:buFont typeface="Google Sans"/>
              <a:buNone/>
              <a:defRPr>
                <a:solidFill>
                  <a:schemeClr val="dk1"/>
                </a:solidFill>
                <a:latin typeface="Google Sans"/>
                <a:ea typeface="Google Sans"/>
                <a:cs typeface="Google Sans"/>
                <a:sym typeface="Google Sans"/>
              </a:defRPr>
            </a:lvl3pPr>
            <a:lvl4pPr lvl="3" rtl="0" algn="ctr">
              <a:spcBef>
                <a:spcPts val="0"/>
              </a:spcBef>
              <a:spcAft>
                <a:spcPts val="0"/>
              </a:spcAft>
              <a:buClr>
                <a:schemeClr val="dk1"/>
              </a:buClr>
              <a:buSzPts val="1400"/>
              <a:buFont typeface="Google Sans"/>
              <a:buNone/>
              <a:defRPr>
                <a:solidFill>
                  <a:schemeClr val="dk1"/>
                </a:solidFill>
                <a:latin typeface="Google Sans"/>
                <a:ea typeface="Google Sans"/>
                <a:cs typeface="Google Sans"/>
                <a:sym typeface="Google Sans"/>
              </a:defRPr>
            </a:lvl4pPr>
            <a:lvl5pPr lvl="4" rtl="0" algn="ctr">
              <a:spcBef>
                <a:spcPts val="0"/>
              </a:spcBef>
              <a:spcAft>
                <a:spcPts val="0"/>
              </a:spcAft>
              <a:buClr>
                <a:schemeClr val="dk1"/>
              </a:buClr>
              <a:buSzPts val="1400"/>
              <a:buFont typeface="Google Sans"/>
              <a:buNone/>
              <a:defRPr>
                <a:solidFill>
                  <a:schemeClr val="dk1"/>
                </a:solidFill>
                <a:latin typeface="Google Sans"/>
                <a:ea typeface="Google Sans"/>
                <a:cs typeface="Google Sans"/>
                <a:sym typeface="Google Sans"/>
              </a:defRPr>
            </a:lvl5pPr>
            <a:lvl6pPr lvl="5" rtl="0" algn="ctr">
              <a:spcBef>
                <a:spcPts val="0"/>
              </a:spcBef>
              <a:spcAft>
                <a:spcPts val="0"/>
              </a:spcAft>
              <a:buClr>
                <a:schemeClr val="dk1"/>
              </a:buClr>
              <a:buSzPts val="1400"/>
              <a:buFont typeface="Google Sans"/>
              <a:buNone/>
              <a:defRPr>
                <a:solidFill>
                  <a:schemeClr val="dk1"/>
                </a:solidFill>
                <a:latin typeface="Google Sans"/>
                <a:ea typeface="Google Sans"/>
                <a:cs typeface="Google Sans"/>
                <a:sym typeface="Google Sans"/>
              </a:defRPr>
            </a:lvl6pPr>
            <a:lvl7pPr lvl="6" rtl="0" algn="ctr">
              <a:spcBef>
                <a:spcPts val="0"/>
              </a:spcBef>
              <a:spcAft>
                <a:spcPts val="0"/>
              </a:spcAft>
              <a:buClr>
                <a:schemeClr val="dk1"/>
              </a:buClr>
              <a:buSzPts val="1400"/>
              <a:buFont typeface="Google Sans"/>
              <a:buNone/>
              <a:defRPr>
                <a:solidFill>
                  <a:schemeClr val="dk1"/>
                </a:solidFill>
                <a:latin typeface="Google Sans"/>
                <a:ea typeface="Google Sans"/>
                <a:cs typeface="Google Sans"/>
                <a:sym typeface="Google Sans"/>
              </a:defRPr>
            </a:lvl7pPr>
            <a:lvl8pPr lvl="7" rtl="0" algn="ctr">
              <a:spcBef>
                <a:spcPts val="0"/>
              </a:spcBef>
              <a:spcAft>
                <a:spcPts val="0"/>
              </a:spcAft>
              <a:buClr>
                <a:schemeClr val="dk1"/>
              </a:buClr>
              <a:buSzPts val="1400"/>
              <a:buFont typeface="Google Sans"/>
              <a:buNone/>
              <a:defRPr>
                <a:solidFill>
                  <a:schemeClr val="dk1"/>
                </a:solidFill>
                <a:latin typeface="Google Sans"/>
                <a:ea typeface="Google Sans"/>
                <a:cs typeface="Google Sans"/>
                <a:sym typeface="Google Sans"/>
              </a:defRPr>
            </a:lvl8pPr>
            <a:lvl9pPr lvl="8" rtl="0" algn="ctr">
              <a:spcBef>
                <a:spcPts val="0"/>
              </a:spcBef>
              <a:spcAft>
                <a:spcPts val="0"/>
              </a:spcAft>
              <a:buClr>
                <a:schemeClr val="dk1"/>
              </a:buClr>
              <a:buSzPts val="1400"/>
              <a:buFont typeface="Google Sans"/>
              <a:buNone/>
              <a:defRPr>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Columns 2 1">
  <p:cSld name="CUSTOM_2_2_1_1">
    <p:spTree>
      <p:nvGrpSpPr>
        <p:cNvPr id="61" name="Shape 61"/>
        <p:cNvGrpSpPr/>
        <p:nvPr/>
      </p:nvGrpSpPr>
      <p:grpSpPr>
        <a:xfrm>
          <a:off x="0" y="0"/>
          <a:ext cx="0" cy="0"/>
          <a:chOff x="0" y="0"/>
          <a:chExt cx="0" cy="0"/>
        </a:xfrm>
      </p:grpSpPr>
      <p:sp>
        <p:nvSpPr>
          <p:cNvPr id="62" name="Google Shape;62;p12"/>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Title 1 1">
  <p:cSld name="1_Custom Layout_6_1_1">
    <p:bg>
      <p:bgPr>
        <a:solidFill>
          <a:schemeClr val="dk2"/>
        </a:solidFill>
      </p:bgPr>
    </p:bg>
    <p:spTree>
      <p:nvGrpSpPr>
        <p:cNvPr id="63" name="Shape 63"/>
        <p:cNvGrpSpPr/>
        <p:nvPr/>
      </p:nvGrpSpPr>
      <p:grpSpPr>
        <a:xfrm>
          <a:off x="0" y="0"/>
          <a:ext cx="0" cy="0"/>
          <a:chOff x="0" y="0"/>
          <a:chExt cx="0" cy="0"/>
        </a:xfrm>
      </p:grpSpPr>
      <p:sp>
        <p:nvSpPr>
          <p:cNvPr id="64" name="Google Shape;64;p13"/>
          <p:cNvSpPr/>
          <p:nvPr/>
        </p:nvSpPr>
        <p:spPr>
          <a:xfrm>
            <a:off x="0" y="0"/>
            <a:ext cx="9144000" cy="51435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Title 1 1 1">
  <p:cSld name="1_Custom Layout_6_1_1_1">
    <p:bg>
      <p:bgPr>
        <a:solidFill>
          <a:schemeClr val="dk2"/>
        </a:solidFill>
      </p:bgPr>
    </p:bg>
    <p:spTree>
      <p:nvGrpSpPr>
        <p:cNvPr id="65" name="Shape 65"/>
        <p:cNvGrpSpPr/>
        <p:nvPr/>
      </p:nvGrpSpPr>
      <p:grpSpPr>
        <a:xfrm>
          <a:off x="0" y="0"/>
          <a:ext cx="0" cy="0"/>
          <a:chOff x="0" y="0"/>
          <a:chExt cx="0" cy="0"/>
        </a:xfrm>
      </p:grpSpPr>
      <p:sp>
        <p:nvSpPr>
          <p:cNvPr id="66" name="Google Shape;66;p14"/>
          <p:cNvSpPr/>
          <p:nvPr/>
        </p:nvSpPr>
        <p:spPr>
          <a:xfrm>
            <a:off x="0" y="0"/>
            <a:ext cx="9144000" cy="5143500"/>
          </a:xfrm>
          <a:prstGeom prst="rect">
            <a:avLst/>
          </a:prstGeom>
          <a:solidFill>
            <a:srgbClr val="313C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Title 1 1 1 1">
  <p:cSld name="1_Custom Layout_6_1_1_1_1">
    <p:bg>
      <p:bgPr>
        <a:solidFill>
          <a:schemeClr val="dk2"/>
        </a:solidFill>
      </p:bgPr>
    </p:bg>
    <p:spTree>
      <p:nvGrpSpPr>
        <p:cNvPr id="67" name="Shape 67"/>
        <p:cNvGrpSpPr/>
        <p:nvPr/>
      </p:nvGrpSpPr>
      <p:grpSpPr>
        <a:xfrm>
          <a:off x="0" y="0"/>
          <a:ext cx="0" cy="0"/>
          <a:chOff x="0" y="0"/>
          <a:chExt cx="0" cy="0"/>
        </a:xfrm>
      </p:grpSpPr>
      <p:sp>
        <p:nvSpPr>
          <p:cNvPr id="68" name="Google Shape;68;p15"/>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nvSpPr>
        <p:spPr>
          <a:xfrm>
            <a:off x="311700" y="11157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t/>
            </a:r>
            <a:endParaRPr sz="1800">
              <a:solidFill>
                <a:srgbClr val="595959"/>
              </a:solidFill>
            </a:endParaRPr>
          </a:p>
        </p:txBody>
      </p:sp>
      <p:sp>
        <p:nvSpPr>
          <p:cNvPr id="7" name="Google Shape;7;p1"/>
          <p:cNvSpPr txBox="1"/>
          <p:nvPr/>
        </p:nvSpPr>
        <p:spPr>
          <a:xfrm>
            <a:off x="144425" y="4676425"/>
            <a:ext cx="6960900" cy="41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latin typeface="Google Sans"/>
                <a:ea typeface="Google Sans"/>
                <a:cs typeface="Google Sans"/>
                <a:sym typeface="Google Sans"/>
              </a:rPr>
              <a:t>© Rittman Analytics 2024     T: +44 (0)208 058 5951	W: https://rittmananalytics.com	E: info@rittmananalytics.com    </a:t>
            </a:r>
            <a:endParaRPr sz="900">
              <a:latin typeface="Google Sans"/>
              <a:ea typeface="Google Sans"/>
              <a:cs typeface="Google Sans"/>
              <a:sym typeface="Google Sans"/>
            </a:endParaRPr>
          </a:p>
        </p:txBody>
      </p:sp>
      <p:pic>
        <p:nvPicPr>
          <p:cNvPr id="8" name="Google Shape;8;p1"/>
          <p:cNvPicPr preferRelativeResize="0"/>
          <p:nvPr/>
        </p:nvPicPr>
        <p:blipFill>
          <a:blip r:embed="rId1">
            <a:alphaModFix/>
          </a:blip>
          <a:stretch>
            <a:fillRect/>
          </a:stretch>
        </p:blipFill>
        <p:spPr>
          <a:xfrm>
            <a:off x="7522150" y="4511800"/>
            <a:ext cx="1579226" cy="631700"/>
          </a:xfrm>
          <a:prstGeom prst="rect">
            <a:avLst/>
          </a:prstGeom>
          <a:noFill/>
          <a:ln>
            <a:noFill/>
          </a:ln>
        </p:spPr>
      </p:pic>
      <p:sp>
        <p:nvSpPr>
          <p:cNvPr id="9" name="Google Shape;9;p1"/>
          <p:cNvSpPr txBox="1"/>
          <p:nvPr>
            <p:ph type="title"/>
          </p:nvPr>
        </p:nvSpPr>
        <p:spPr>
          <a:xfrm>
            <a:off x="311700" y="426150"/>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1pPr>
            <a:lvl2pPr lvl="1"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2pPr>
            <a:lvl3pPr lvl="2"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3pPr>
            <a:lvl4pPr lvl="3"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4pPr>
            <a:lvl5pPr lvl="4"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5pPr>
            <a:lvl6pPr lvl="5"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6pPr>
            <a:lvl7pPr lvl="6"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7pPr>
            <a:lvl8pPr lvl="7"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8pPr>
            <a:lvl9pPr lvl="8" rtl="0">
              <a:spcBef>
                <a:spcPts val="0"/>
              </a:spcBef>
              <a:spcAft>
                <a:spcPts val="0"/>
              </a:spcAft>
              <a:buClr>
                <a:schemeClr val="dk1"/>
              </a:buClr>
              <a:buSzPts val="2800"/>
              <a:buFont typeface="Google Sans Medium"/>
              <a:buNone/>
              <a:defRPr sz="2800">
                <a:solidFill>
                  <a:schemeClr val="dk1"/>
                </a:solidFill>
                <a:latin typeface="Google Sans Medium"/>
                <a:ea typeface="Google Sans Medium"/>
                <a:cs typeface="Google Sans Medium"/>
                <a:sym typeface="Google Sans Medium"/>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png"/><Relationship Id="rId9"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26.png"/><Relationship Id="rId5"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239100" y="1476975"/>
            <a:ext cx="8037300" cy="151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FY 2027 All-Hands Kick-Off</a:t>
            </a:r>
            <a:endParaRPr/>
          </a:p>
        </p:txBody>
      </p:sp>
      <p:sp>
        <p:nvSpPr>
          <p:cNvPr id="74" name="Google Shape;74;p16"/>
          <p:cNvSpPr txBox="1"/>
          <p:nvPr>
            <p:ph idx="1" type="subTitle"/>
          </p:nvPr>
        </p:nvSpPr>
        <p:spPr>
          <a:xfrm>
            <a:off x="239100" y="1144575"/>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April 14th 2027</a:t>
            </a:r>
            <a:endParaRPr/>
          </a:p>
        </p:txBody>
      </p:sp>
      <p:sp>
        <p:nvSpPr>
          <p:cNvPr id="75" name="Google Shape;75;p16"/>
          <p:cNvSpPr txBox="1"/>
          <p:nvPr>
            <p:ph idx="2" type="subTitle"/>
          </p:nvPr>
        </p:nvSpPr>
        <p:spPr>
          <a:xfrm>
            <a:off x="239100" y="2990175"/>
            <a:ext cx="5128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 Rittman, CEO</a:t>
            </a:r>
            <a:endParaRPr/>
          </a:p>
          <a:p>
            <a:pPr indent="0" lvl="0" marL="0" rtl="0" algn="l">
              <a:spcBef>
                <a:spcPts val="0"/>
              </a:spcBef>
              <a:spcAft>
                <a:spcPts val="0"/>
              </a:spcAft>
              <a:buNone/>
            </a:pPr>
            <a:r>
              <a:rPr lang="en"/>
              <a:t>Lewis Baker, COO/CRO</a:t>
            </a:r>
            <a:endParaRPr/>
          </a:p>
          <a:p>
            <a:pPr indent="0" lvl="0" marL="0" rtl="0" algn="l">
              <a:spcBef>
                <a:spcPts val="0"/>
              </a:spcBef>
              <a:spcAft>
                <a:spcPts val="0"/>
              </a:spcAft>
              <a:buNone/>
            </a:pPr>
            <a:r>
              <a:rPr lang="en"/>
              <a:t>Lydia Blackley, HoD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81" name="Google Shape;81;p17"/>
          <p:cNvSpPr txBox="1"/>
          <p:nvPr>
            <p:ph idx="2"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7"/>
          <p:cNvSpPr txBox="1"/>
          <p:nvPr>
            <p:ph idx="1" type="body"/>
          </p:nvPr>
        </p:nvSpPr>
        <p:spPr>
          <a:xfrm>
            <a:off x="311700" y="1038388"/>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a:t>Review of 2025</a:t>
            </a:r>
            <a:endParaRPr/>
          </a:p>
          <a:p>
            <a:pPr indent="-330200" lvl="0" marL="457200" rtl="0" algn="l">
              <a:spcBef>
                <a:spcPts val="0"/>
              </a:spcBef>
              <a:spcAft>
                <a:spcPts val="0"/>
              </a:spcAft>
              <a:buSzPts val="1600"/>
              <a:buAutoNum type="arabicPeriod"/>
            </a:pPr>
            <a:r>
              <a:rPr lang="en"/>
              <a:t>Goals and objectives for 2026</a:t>
            </a:r>
            <a:endParaRPr/>
          </a:p>
          <a:p>
            <a:pPr indent="-330200" lvl="0" marL="457200" rtl="0" algn="l">
              <a:spcBef>
                <a:spcPts val="0"/>
              </a:spcBef>
              <a:spcAft>
                <a:spcPts val="0"/>
              </a:spcAft>
              <a:buSzPts val="1600"/>
              <a:buAutoNum type="arabicPeriod"/>
            </a:pPr>
            <a:r>
              <a:rPr lang="en"/>
              <a:t>Sales &amp; Partner Strategy - Lewis</a:t>
            </a:r>
            <a:endParaRPr/>
          </a:p>
          <a:p>
            <a:pPr indent="-330200" lvl="0" marL="457200" rtl="0" algn="l">
              <a:spcBef>
                <a:spcPts val="0"/>
              </a:spcBef>
              <a:spcAft>
                <a:spcPts val="0"/>
              </a:spcAft>
              <a:buSzPts val="1600"/>
              <a:buAutoNum type="arabicPeriod"/>
            </a:pPr>
            <a:r>
              <a:rPr lang="en"/>
              <a:t>Delivery Strategy - Lydia</a:t>
            </a:r>
            <a:endParaRPr/>
          </a:p>
          <a:p>
            <a:pPr indent="-330200" lvl="0" marL="457200" rtl="0" algn="l">
              <a:spcBef>
                <a:spcPts val="0"/>
              </a:spcBef>
              <a:spcAft>
                <a:spcPts val="0"/>
              </a:spcAft>
              <a:buSzPts val="1600"/>
              <a:buAutoNum type="arabicPeriod"/>
            </a:pPr>
            <a:r>
              <a:rPr lang="en"/>
              <a:t>KPIs and OKRs - Preview and tbc - Mark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565075" y="1995950"/>
            <a:ext cx="7674600" cy="80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Review of 2025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9"/>
          <p:cNvPicPr preferRelativeResize="0"/>
          <p:nvPr/>
        </p:nvPicPr>
        <p:blipFill>
          <a:blip r:embed="rId3">
            <a:alphaModFix/>
          </a:blip>
          <a:stretch>
            <a:fillRect/>
          </a:stretch>
        </p:blipFill>
        <p:spPr>
          <a:xfrm>
            <a:off x="311700" y="1082675"/>
            <a:ext cx="7037025" cy="3470400"/>
          </a:xfrm>
          <a:prstGeom prst="rect">
            <a:avLst/>
          </a:prstGeom>
          <a:noFill/>
          <a:ln>
            <a:noFill/>
          </a:ln>
        </p:spPr>
      </p:pic>
      <p:sp>
        <p:nvSpPr>
          <p:cNvPr id="93" name="Google Shape;93;p19"/>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Revenue and Sales</a:t>
            </a:r>
            <a:endParaRPr/>
          </a:p>
        </p:txBody>
      </p:sp>
      <p:sp>
        <p:nvSpPr>
          <p:cNvPr id="94" name="Google Shape;94;p19"/>
          <p:cNvSpPr txBox="1"/>
          <p:nvPr>
            <p:ph idx="1"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Year in Numbers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Delivery Team Revenue and Efficiency</a:t>
            </a:r>
            <a:endParaRPr/>
          </a:p>
        </p:txBody>
      </p:sp>
      <p:sp>
        <p:nvSpPr>
          <p:cNvPr id="100" name="Google Shape;100;p20"/>
          <p:cNvSpPr txBox="1"/>
          <p:nvPr>
            <p:ph idx="1"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Year in Numbers</a:t>
            </a:r>
            <a:endParaRPr/>
          </a:p>
        </p:txBody>
      </p:sp>
      <p:pic>
        <p:nvPicPr>
          <p:cNvPr id="101" name="Google Shape;101;p20"/>
          <p:cNvPicPr preferRelativeResize="0"/>
          <p:nvPr/>
        </p:nvPicPr>
        <p:blipFill>
          <a:blip r:embed="rId3">
            <a:alphaModFix/>
          </a:blip>
          <a:stretch>
            <a:fillRect/>
          </a:stretch>
        </p:blipFill>
        <p:spPr>
          <a:xfrm>
            <a:off x="275200" y="1123350"/>
            <a:ext cx="8557102" cy="289973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Been A Record Year - Well Done!</a:t>
            </a:r>
            <a:endParaRPr/>
          </a:p>
        </p:txBody>
      </p:sp>
      <p:sp>
        <p:nvSpPr>
          <p:cNvPr id="107" name="Google Shape;107;p21"/>
          <p:cNvSpPr txBox="1"/>
          <p:nvPr>
            <p:ph idx="1"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08" name="Google Shape;108;p21"/>
          <p:cNvPicPr preferRelativeResize="0"/>
          <p:nvPr/>
        </p:nvPicPr>
        <p:blipFill>
          <a:blip r:embed="rId3">
            <a:alphaModFix/>
          </a:blip>
          <a:stretch>
            <a:fillRect/>
          </a:stretch>
        </p:blipFill>
        <p:spPr>
          <a:xfrm>
            <a:off x="356675" y="1170475"/>
            <a:ext cx="4377498" cy="3396400"/>
          </a:xfrm>
          <a:prstGeom prst="rect">
            <a:avLst/>
          </a:prstGeom>
          <a:noFill/>
          <a:ln cap="flat" cmpd="sng" w="9525">
            <a:solidFill>
              <a:srgbClr val="EFEFEF"/>
            </a:solidFill>
            <a:prstDash val="solid"/>
            <a:round/>
            <a:headEnd len="sm" w="sm" type="none"/>
            <a:tailEnd len="sm" w="sm" type="none"/>
          </a:ln>
        </p:spPr>
      </p:pic>
      <p:pic>
        <p:nvPicPr>
          <p:cNvPr id="109" name="Google Shape;109;p21"/>
          <p:cNvPicPr preferRelativeResize="0"/>
          <p:nvPr/>
        </p:nvPicPr>
        <p:blipFill>
          <a:blip r:embed="rId4">
            <a:alphaModFix/>
          </a:blip>
          <a:stretch>
            <a:fillRect/>
          </a:stretch>
        </p:blipFill>
        <p:spPr>
          <a:xfrm>
            <a:off x="1694363" y="2239350"/>
            <a:ext cx="882832" cy="332400"/>
          </a:xfrm>
          <a:prstGeom prst="rect">
            <a:avLst/>
          </a:prstGeom>
          <a:noFill/>
          <a:ln>
            <a:noFill/>
          </a:ln>
        </p:spPr>
      </p:pic>
      <p:pic>
        <p:nvPicPr>
          <p:cNvPr id="110" name="Google Shape;110;p21"/>
          <p:cNvPicPr preferRelativeResize="0"/>
          <p:nvPr/>
        </p:nvPicPr>
        <p:blipFill>
          <a:blip r:embed="rId5">
            <a:alphaModFix/>
          </a:blip>
          <a:stretch>
            <a:fillRect/>
          </a:stretch>
        </p:blipFill>
        <p:spPr>
          <a:xfrm>
            <a:off x="1028653" y="2719170"/>
            <a:ext cx="1076250" cy="299017"/>
          </a:xfrm>
          <a:prstGeom prst="rect">
            <a:avLst/>
          </a:prstGeom>
          <a:noFill/>
          <a:ln>
            <a:noFill/>
          </a:ln>
        </p:spPr>
      </p:pic>
      <p:pic>
        <p:nvPicPr>
          <p:cNvPr id="111" name="Google Shape;111;p21"/>
          <p:cNvPicPr preferRelativeResize="0"/>
          <p:nvPr/>
        </p:nvPicPr>
        <p:blipFill>
          <a:blip r:embed="rId6">
            <a:alphaModFix/>
          </a:blip>
          <a:stretch>
            <a:fillRect/>
          </a:stretch>
        </p:blipFill>
        <p:spPr>
          <a:xfrm>
            <a:off x="2030925" y="1922850"/>
            <a:ext cx="1181150" cy="169075"/>
          </a:xfrm>
          <a:prstGeom prst="rect">
            <a:avLst/>
          </a:prstGeom>
          <a:noFill/>
          <a:ln>
            <a:noFill/>
          </a:ln>
        </p:spPr>
      </p:pic>
      <p:pic>
        <p:nvPicPr>
          <p:cNvPr id="112" name="Google Shape;112;p21"/>
          <p:cNvPicPr preferRelativeResize="0"/>
          <p:nvPr/>
        </p:nvPicPr>
        <p:blipFill>
          <a:blip r:embed="rId7">
            <a:alphaModFix/>
          </a:blip>
          <a:stretch>
            <a:fillRect/>
          </a:stretch>
        </p:blipFill>
        <p:spPr>
          <a:xfrm>
            <a:off x="4881223" y="1186975"/>
            <a:ext cx="4105027" cy="3363396"/>
          </a:xfrm>
          <a:prstGeom prst="rect">
            <a:avLst/>
          </a:prstGeom>
          <a:noFill/>
          <a:ln>
            <a:noFill/>
          </a:ln>
        </p:spPr>
      </p:pic>
      <p:pic>
        <p:nvPicPr>
          <p:cNvPr id="113" name="Google Shape;113;p21"/>
          <p:cNvPicPr preferRelativeResize="0"/>
          <p:nvPr/>
        </p:nvPicPr>
        <p:blipFill>
          <a:blip r:embed="rId8">
            <a:alphaModFix/>
          </a:blip>
          <a:stretch>
            <a:fillRect/>
          </a:stretch>
        </p:blipFill>
        <p:spPr>
          <a:xfrm>
            <a:off x="2514825" y="1527264"/>
            <a:ext cx="1052129" cy="299025"/>
          </a:xfrm>
          <a:prstGeom prst="rect">
            <a:avLst/>
          </a:prstGeom>
          <a:noFill/>
          <a:ln>
            <a:noFill/>
          </a:ln>
        </p:spPr>
      </p:pic>
      <p:pic>
        <p:nvPicPr>
          <p:cNvPr id="114" name="Google Shape;114;p21"/>
          <p:cNvPicPr preferRelativeResize="0"/>
          <p:nvPr/>
        </p:nvPicPr>
        <p:blipFill>
          <a:blip r:embed="rId9">
            <a:alphaModFix/>
          </a:blip>
          <a:stretch>
            <a:fillRect/>
          </a:stretch>
        </p:blipFill>
        <p:spPr>
          <a:xfrm>
            <a:off x="3381623" y="1139328"/>
            <a:ext cx="723344" cy="332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565075" y="1995950"/>
            <a:ext cx="7674600" cy="80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Targets and Goals for 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Targets for FY 2026/2027</a:t>
            </a:r>
            <a:endParaRPr/>
          </a:p>
        </p:txBody>
      </p:sp>
      <p:sp>
        <p:nvSpPr>
          <p:cNvPr id="125" name="Google Shape;125;p23"/>
          <p:cNvSpPr txBox="1"/>
          <p:nvPr>
            <p:ph idx="1" type="body"/>
          </p:nvPr>
        </p:nvSpPr>
        <p:spPr>
          <a:xfrm>
            <a:off x="311700" y="1038388"/>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Revenue : </a:t>
            </a:r>
            <a:r>
              <a:rPr b="1" lang="en"/>
              <a:t>£1.7m</a:t>
            </a:r>
            <a:r>
              <a:rPr lang="en"/>
              <a:t> (up </a:t>
            </a:r>
            <a:r>
              <a:rPr lang="en"/>
              <a:t>from £1.46m, a 17% increase on last year)</a:t>
            </a:r>
            <a:endParaRPr/>
          </a:p>
          <a:p>
            <a:pPr indent="-317500" lvl="1" marL="914400" rtl="0" algn="l">
              <a:spcBef>
                <a:spcPts val="0"/>
              </a:spcBef>
              <a:spcAft>
                <a:spcPts val="0"/>
              </a:spcAft>
              <a:buSzPts val="1400"/>
              <a:buChar char="○"/>
            </a:pPr>
            <a:r>
              <a:rPr lang="en"/>
              <a:t>Includes an assumed £450k from winning Carwow in April 2026</a:t>
            </a:r>
            <a:endParaRPr/>
          </a:p>
          <a:p>
            <a:pPr indent="-330200" lvl="0" marL="457200" rtl="0" algn="l">
              <a:spcBef>
                <a:spcPts val="0"/>
              </a:spcBef>
              <a:spcAft>
                <a:spcPts val="0"/>
              </a:spcAft>
              <a:buSzPts val="1600"/>
              <a:buChar char="●"/>
            </a:pPr>
            <a:r>
              <a:rPr lang="en"/>
              <a:t>Retained earnings : keep to </a:t>
            </a:r>
            <a:r>
              <a:rPr b="1" lang="en"/>
              <a:t>15%</a:t>
            </a:r>
            <a:r>
              <a:rPr lang="en"/>
              <a:t>, ~ same as this year</a:t>
            </a:r>
            <a:endParaRPr/>
          </a:p>
          <a:p>
            <a:pPr indent="-330200" lvl="0" marL="457200" rtl="0" algn="l">
              <a:spcBef>
                <a:spcPts val="0"/>
              </a:spcBef>
              <a:spcAft>
                <a:spcPts val="0"/>
              </a:spcAft>
              <a:buSzPts val="1600"/>
              <a:buChar char="●"/>
            </a:pPr>
            <a:r>
              <a:rPr lang="en"/>
              <a:t>Average monthly revenue of </a:t>
            </a:r>
            <a:r>
              <a:rPr b="1" lang="en"/>
              <a:t>£145k</a:t>
            </a:r>
            <a:r>
              <a:rPr lang="en"/>
              <a:t> (£101k excluding Carwow)</a:t>
            </a:r>
            <a:endParaRPr/>
          </a:p>
          <a:p>
            <a:pPr indent="-330200" lvl="0" marL="457200" rtl="0" algn="l">
              <a:spcBef>
                <a:spcPts val="0"/>
              </a:spcBef>
              <a:spcAft>
                <a:spcPts val="0"/>
              </a:spcAft>
              <a:buSzPts val="1600"/>
              <a:buChar char="●"/>
            </a:pPr>
            <a:r>
              <a:rPr lang="en"/>
              <a:t>Same staffing level as today (excluding replacements)</a:t>
            </a:r>
            <a:endParaRPr/>
          </a:p>
          <a:p>
            <a:pPr indent="-317500" lvl="1" marL="914400" rtl="0" algn="l">
              <a:spcBef>
                <a:spcPts val="0"/>
              </a:spcBef>
              <a:spcAft>
                <a:spcPts val="0"/>
              </a:spcAft>
              <a:buSzPts val="1400"/>
              <a:buChar char="○"/>
            </a:pPr>
            <a:r>
              <a:rPr lang="en"/>
              <a:t>Carwow would be largely resourced using contractors</a:t>
            </a:r>
            <a:endParaRPr/>
          </a:p>
          <a:p>
            <a:pPr indent="-317500" lvl="1" marL="914400" rtl="0" algn="l">
              <a:spcBef>
                <a:spcPts val="0"/>
              </a:spcBef>
              <a:spcAft>
                <a:spcPts val="0"/>
              </a:spcAft>
              <a:buSzPts val="1400"/>
              <a:buChar char="○"/>
            </a:pPr>
            <a:r>
              <a:rPr lang="en"/>
              <a:t>Assumption that AI / Wire will also increase productivity</a:t>
            </a:r>
            <a:endParaRPr/>
          </a:p>
        </p:txBody>
      </p:sp>
      <p:sp>
        <p:nvSpPr>
          <p:cNvPr id="126" name="Google Shape;126;p23"/>
          <p:cNvSpPr txBox="1"/>
          <p:nvPr>
            <p:ph idx="2"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1113676"/>
            <a:ext cx="8520600" cy="734400"/>
          </a:xfrm>
          <a:prstGeom prst="rect">
            <a:avLst/>
          </a:prstGeom>
        </p:spPr>
        <p:txBody>
          <a:bodyPr anchorCtr="0" anchor="ctr" bIns="72925" lIns="72925" spcFirstLastPara="1" rIns="72925" wrap="square" tIns="72925">
            <a:noAutofit/>
          </a:bodyPr>
          <a:lstStyle/>
          <a:p>
            <a:pPr indent="0" lvl="0" marL="0" rtl="0" algn="ctr">
              <a:spcBef>
                <a:spcPts val="0"/>
              </a:spcBef>
              <a:spcAft>
                <a:spcPts val="0"/>
              </a:spcAft>
              <a:buNone/>
            </a:pPr>
            <a:r>
              <a:rPr lang="en" sz="1436"/>
              <a:t>Sprints finishing on time is not the same as a project being on track. From Q2 we manage delivery at two levels : sprint and milestone : and every engagement has a defined schedule from day one.</a:t>
            </a:r>
            <a:endParaRPr sz="1436"/>
          </a:p>
        </p:txBody>
      </p:sp>
      <p:sp>
        <p:nvSpPr>
          <p:cNvPr id="132" name="Google Shape;132;p24"/>
          <p:cNvSpPr txBox="1"/>
          <p:nvPr>
            <p:ph type="title"/>
          </p:nvPr>
        </p:nvSpPr>
        <p:spPr>
          <a:xfrm>
            <a:off x="311700" y="42615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Make delivery predictable</a:t>
            </a:r>
            <a:endParaRPr/>
          </a:p>
        </p:txBody>
      </p:sp>
      <p:sp>
        <p:nvSpPr>
          <p:cNvPr id="133" name="Google Shape;133;p24"/>
          <p:cNvSpPr txBox="1"/>
          <p:nvPr>
            <p:ph idx="1"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4F60FF"/>
                </a:solidFill>
              </a:rPr>
              <a:t>Delivery Team Strategy</a:t>
            </a:r>
            <a:endParaRPr b="1" sz="1600">
              <a:solidFill>
                <a:srgbClr val="4F60FF"/>
              </a:solidFill>
            </a:endParaRPr>
          </a:p>
        </p:txBody>
      </p:sp>
      <p:sp>
        <p:nvSpPr>
          <p:cNvPr id="134" name="Google Shape;134;p24"/>
          <p:cNvSpPr txBox="1"/>
          <p:nvPr/>
        </p:nvSpPr>
        <p:spPr>
          <a:xfrm>
            <a:off x="193525" y="2480800"/>
            <a:ext cx="2773800" cy="219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Every engagement has a milestone schedule</a:t>
            </a:r>
            <a:endParaRPr b="1"/>
          </a:p>
          <a:p>
            <a:pPr indent="0" lvl="0" marL="0" rtl="0" algn="l">
              <a:spcBef>
                <a:spcPts val="0"/>
              </a:spcBef>
              <a:spcAft>
                <a:spcPts val="0"/>
              </a:spcAft>
              <a:buNone/>
            </a:pPr>
            <a:r>
              <a:t/>
            </a:r>
            <a:endParaRPr/>
          </a:p>
          <a:p>
            <a:pPr indent="0" lvl="0" marL="0" rtl="0" algn="ctr">
              <a:spcBef>
                <a:spcPts val="0"/>
              </a:spcBef>
              <a:spcAft>
                <a:spcPts val="0"/>
              </a:spcAft>
              <a:buNone/>
            </a:pPr>
            <a:r>
              <a:rPr lang="en"/>
              <a:t>Defined within 10 days of kickoff. If the client hasn't provided one, we propose one. First deliverable agreed at the same time. Keeping it  small enough to ship fast, meaningful enough to matter.</a:t>
            </a:r>
            <a:endParaRPr/>
          </a:p>
        </p:txBody>
      </p:sp>
      <p:sp>
        <p:nvSpPr>
          <p:cNvPr id="135" name="Google Shape;135;p24"/>
          <p:cNvSpPr txBox="1"/>
          <p:nvPr/>
        </p:nvSpPr>
        <p:spPr>
          <a:xfrm>
            <a:off x="3185100" y="2480800"/>
            <a:ext cx="2773800" cy="219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Manage sprints and epics — not just sprints</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lang="en"/>
              <a:t>Track health at both levels. A project is green when the milestone is intact  not just because last week's sprint closed. T&amp;M and fixed-price engagements are managed differently; neither runs itself.</a:t>
            </a:r>
            <a:endParaRPr/>
          </a:p>
        </p:txBody>
      </p:sp>
      <p:sp>
        <p:nvSpPr>
          <p:cNvPr id="136" name="Google Shape;136;p24"/>
          <p:cNvSpPr txBox="1"/>
          <p:nvPr/>
        </p:nvSpPr>
        <p:spPr>
          <a:xfrm>
            <a:off x="6176675" y="2523369"/>
            <a:ext cx="2773800" cy="219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Red for 14 days needs a recovery plan</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lang="en"/>
              <a:t>Any engagement red for 14+ consecutive days without a written recovery plan is a delivery failure. The plan needs one thing: honesty about the cause, a specific action, and a named owner.</a:t>
            </a:r>
            <a:endParaRPr/>
          </a:p>
        </p:txBody>
      </p:sp>
      <p:grpSp>
        <p:nvGrpSpPr>
          <p:cNvPr id="137" name="Google Shape;137;p24"/>
          <p:cNvGrpSpPr/>
          <p:nvPr/>
        </p:nvGrpSpPr>
        <p:grpSpPr>
          <a:xfrm>
            <a:off x="4337704" y="1930146"/>
            <a:ext cx="468600" cy="468600"/>
            <a:chOff x="376404" y="1936121"/>
            <a:chExt cx="468600" cy="468600"/>
          </a:xfrm>
        </p:grpSpPr>
        <p:sp>
          <p:nvSpPr>
            <p:cNvPr id="138" name="Google Shape;138;p24"/>
            <p:cNvSpPr/>
            <p:nvPr/>
          </p:nvSpPr>
          <p:spPr>
            <a:xfrm>
              <a:off x="376404" y="1936121"/>
              <a:ext cx="468600" cy="468600"/>
            </a:xfrm>
            <a:prstGeom prst="ellipse">
              <a:avLst/>
            </a:prstGeom>
            <a:solidFill>
              <a:srgbClr val="4F60FF"/>
            </a:solidFill>
            <a:ln>
              <a:noFill/>
            </a:ln>
          </p:spPr>
          <p:txBody>
            <a:bodyPr anchorCtr="0" anchor="ctr" bIns="86775" lIns="86775" spcFirstLastPara="1" rIns="86775" wrap="square" tIns="86775">
              <a:noAutofit/>
            </a:bodyPr>
            <a:lstStyle/>
            <a:p>
              <a:pPr indent="0" lvl="0" marL="0" marR="0" rtl="0" algn="ctr">
                <a:lnSpc>
                  <a:spcPct val="100000"/>
                </a:lnSpc>
                <a:spcBef>
                  <a:spcPts val="0"/>
                </a:spcBef>
                <a:spcAft>
                  <a:spcPts val="0"/>
                </a:spcAft>
                <a:buClr>
                  <a:srgbClr val="000000"/>
                </a:buClr>
                <a:buSzPts val="1328"/>
                <a:buFont typeface="Arial"/>
                <a:buNone/>
              </a:pPr>
              <a:r>
                <a:t/>
              </a:r>
              <a:endParaRPr b="0" i="0" sz="1328" u="none" cap="none" strike="noStrike">
                <a:solidFill>
                  <a:srgbClr val="000000"/>
                </a:solidFill>
                <a:latin typeface="Arial"/>
                <a:ea typeface="Arial"/>
                <a:cs typeface="Arial"/>
                <a:sym typeface="Arial"/>
              </a:endParaRPr>
            </a:p>
          </p:txBody>
        </p:sp>
        <p:pic>
          <p:nvPicPr>
            <p:cNvPr id="139" name="Google Shape;139;p24"/>
            <p:cNvPicPr preferRelativeResize="0"/>
            <p:nvPr/>
          </p:nvPicPr>
          <p:blipFill rotWithShape="1">
            <a:blip r:embed="rId3">
              <a:alphaModFix/>
            </a:blip>
            <a:srcRect b="0" l="0" r="0" t="0"/>
            <a:stretch/>
          </p:blipFill>
          <p:spPr>
            <a:xfrm>
              <a:off x="453096" y="2012823"/>
              <a:ext cx="315138" cy="315161"/>
            </a:xfrm>
            <a:prstGeom prst="rect">
              <a:avLst/>
            </a:prstGeom>
            <a:noFill/>
            <a:ln>
              <a:noFill/>
            </a:ln>
          </p:spPr>
        </p:pic>
      </p:grpSp>
      <p:grpSp>
        <p:nvGrpSpPr>
          <p:cNvPr id="140" name="Google Shape;140;p24"/>
          <p:cNvGrpSpPr/>
          <p:nvPr/>
        </p:nvGrpSpPr>
        <p:grpSpPr>
          <a:xfrm>
            <a:off x="1346146" y="1930166"/>
            <a:ext cx="468557" cy="468557"/>
            <a:chOff x="376373" y="2668101"/>
            <a:chExt cx="388200" cy="388200"/>
          </a:xfrm>
        </p:grpSpPr>
        <p:sp>
          <p:nvSpPr>
            <p:cNvPr id="141" name="Google Shape;141;p24"/>
            <p:cNvSpPr/>
            <p:nvPr/>
          </p:nvSpPr>
          <p:spPr>
            <a:xfrm>
              <a:off x="376373" y="2668101"/>
              <a:ext cx="388200" cy="388200"/>
            </a:xfrm>
            <a:prstGeom prst="ellipse">
              <a:avLst/>
            </a:prstGeom>
            <a:solidFill>
              <a:srgbClr val="4F60FF"/>
            </a:solidFill>
            <a:ln>
              <a:noFill/>
            </a:ln>
          </p:spPr>
          <p:txBody>
            <a:bodyPr anchorCtr="0" anchor="ctr" bIns="74300" lIns="74300" spcFirstLastPara="1" rIns="74300" wrap="square" tIns="74300">
              <a:noAutofit/>
            </a:bodyPr>
            <a:lstStyle/>
            <a:p>
              <a:pPr indent="0" lvl="0" marL="0" marR="0" rtl="0" algn="ctr">
                <a:lnSpc>
                  <a:spcPct val="100000"/>
                </a:lnSpc>
                <a:spcBef>
                  <a:spcPts val="0"/>
                </a:spcBef>
                <a:spcAft>
                  <a:spcPts val="0"/>
                </a:spcAft>
                <a:buClr>
                  <a:srgbClr val="000000"/>
                </a:buClr>
                <a:buSzPts val="1137"/>
                <a:buFont typeface="Arial"/>
                <a:buNone/>
              </a:pPr>
              <a:r>
                <a:t/>
              </a:r>
              <a:endParaRPr b="0" i="0" sz="1137" u="none" cap="none" strike="noStrike">
                <a:solidFill>
                  <a:srgbClr val="000000"/>
                </a:solidFill>
                <a:latin typeface="Arial"/>
                <a:ea typeface="Arial"/>
                <a:cs typeface="Arial"/>
                <a:sym typeface="Arial"/>
              </a:endParaRPr>
            </a:p>
          </p:txBody>
        </p:sp>
        <p:pic>
          <p:nvPicPr>
            <p:cNvPr id="142" name="Google Shape;142;p24"/>
            <p:cNvPicPr preferRelativeResize="0"/>
            <p:nvPr/>
          </p:nvPicPr>
          <p:blipFill rotWithShape="1">
            <a:blip r:embed="rId4">
              <a:alphaModFix/>
            </a:blip>
            <a:srcRect b="0" l="0" r="0" t="0"/>
            <a:stretch/>
          </p:blipFill>
          <p:spPr>
            <a:xfrm>
              <a:off x="458725" y="2749750"/>
              <a:ext cx="223500" cy="223500"/>
            </a:xfrm>
            <a:prstGeom prst="rect">
              <a:avLst/>
            </a:prstGeom>
            <a:noFill/>
            <a:ln>
              <a:noFill/>
            </a:ln>
          </p:spPr>
        </p:pic>
      </p:grpSp>
      <p:grpSp>
        <p:nvGrpSpPr>
          <p:cNvPr id="143" name="Google Shape;143;p24"/>
          <p:cNvGrpSpPr/>
          <p:nvPr/>
        </p:nvGrpSpPr>
        <p:grpSpPr>
          <a:xfrm>
            <a:off x="7256645" y="1930151"/>
            <a:ext cx="468600" cy="468600"/>
            <a:chOff x="376420" y="1998176"/>
            <a:chExt cx="468600" cy="468600"/>
          </a:xfrm>
        </p:grpSpPr>
        <p:sp>
          <p:nvSpPr>
            <p:cNvPr id="144" name="Google Shape;144;p24"/>
            <p:cNvSpPr/>
            <p:nvPr/>
          </p:nvSpPr>
          <p:spPr>
            <a:xfrm>
              <a:off x="376420" y="1998176"/>
              <a:ext cx="468600" cy="468600"/>
            </a:xfrm>
            <a:prstGeom prst="ellipse">
              <a:avLst/>
            </a:prstGeom>
            <a:solidFill>
              <a:srgbClr val="4F60FF"/>
            </a:solidFill>
            <a:ln>
              <a:noFill/>
            </a:ln>
          </p:spPr>
          <p:txBody>
            <a:bodyPr anchorCtr="0" anchor="ctr" bIns="74300" lIns="74300" spcFirstLastPara="1" rIns="74300" wrap="square" tIns="74300">
              <a:noAutofit/>
            </a:bodyPr>
            <a:lstStyle/>
            <a:p>
              <a:pPr indent="0" lvl="0" marL="0" marR="0" rtl="0" algn="ctr">
                <a:lnSpc>
                  <a:spcPct val="100000"/>
                </a:lnSpc>
                <a:spcBef>
                  <a:spcPts val="0"/>
                </a:spcBef>
                <a:spcAft>
                  <a:spcPts val="0"/>
                </a:spcAft>
                <a:buClr>
                  <a:srgbClr val="000000"/>
                </a:buClr>
                <a:buSzPts val="1137"/>
                <a:buFont typeface="Arial"/>
                <a:buNone/>
              </a:pPr>
              <a:r>
                <a:t/>
              </a:r>
              <a:endParaRPr b="0" i="0" sz="1137" u="none" cap="none" strike="noStrike">
                <a:solidFill>
                  <a:srgbClr val="000000"/>
                </a:solidFill>
                <a:latin typeface="Arial"/>
                <a:ea typeface="Arial"/>
                <a:cs typeface="Arial"/>
                <a:sym typeface="Arial"/>
              </a:endParaRPr>
            </a:p>
          </p:txBody>
        </p:sp>
        <p:pic>
          <p:nvPicPr>
            <p:cNvPr id="145" name="Google Shape;145;p24"/>
            <p:cNvPicPr preferRelativeResize="0"/>
            <p:nvPr/>
          </p:nvPicPr>
          <p:blipFill rotWithShape="1">
            <a:blip r:embed="rId5">
              <a:alphaModFix/>
            </a:blip>
            <a:srcRect b="0" l="0" r="0" t="0"/>
            <a:stretch/>
          </p:blipFill>
          <p:spPr>
            <a:xfrm>
              <a:off x="466047" y="2087828"/>
              <a:ext cx="289288" cy="289288"/>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4"/>
                                        </p:tgtEl>
                                        <p:attrNameLst>
                                          <p:attrName>style.visibility</p:attrName>
                                        </p:attrNameLst>
                                      </p:cBhvr>
                                      <p:to>
                                        <p:strVal val="visible"/>
                                      </p:to>
                                    </p:set>
                                    <p:anim calcmode="lin" valueType="num">
                                      <p:cBhvr additive="base">
                                        <p:cTn dur="1000"/>
                                        <p:tgtEl>
                                          <p:spTgt spid="134"/>
                                        </p:tgtEl>
                                        <p:attrNameLst>
                                          <p:attrName>ppt_x</p:attrName>
                                        </p:attrNameLst>
                                      </p:cBhvr>
                                      <p:tavLst>
                                        <p:tav fmla="" tm="0">
                                          <p:val>
                                            <p:strVal val="#ppt_x-1"/>
                                          </p:val>
                                        </p:tav>
                                        <p:tav fmla="" tm="100000">
                                          <p:val>
                                            <p:strVal val="#ppt_x"/>
                                          </p:val>
                                        </p:tav>
                                      </p:tavLst>
                                    </p:anim>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1000"/>
                                        <p:tgtEl>
                                          <p:spTgt spid="135"/>
                                        </p:tgtEl>
                                        <p:attrNameLst>
                                          <p:attrName>ppt_y</p:attrName>
                                        </p:attrNameLst>
                                      </p:cBhvr>
                                      <p:tavLst>
                                        <p:tav fmla="" tm="0">
                                          <p:val>
                                            <p:strVal val="#ppt_y+1"/>
                                          </p:val>
                                        </p:tav>
                                        <p:tav fmla="" tm="100000">
                                          <p:val>
                                            <p:strVal val="#ppt_y"/>
                                          </p:val>
                                        </p:tav>
                                      </p:tavLst>
                                    </p:anim>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1000"/>
                                        <p:tgtEl>
                                          <p:spTgt spid="136"/>
                                        </p:tgtEl>
                                        <p:attrNameLst>
                                          <p:attrName>ppt_x</p:attrName>
                                        </p:attrNameLst>
                                      </p:cBhvr>
                                      <p:tavLst>
                                        <p:tav fmla="" tm="0">
                                          <p:val>
                                            <p:strVal val="#ppt_x+1"/>
                                          </p:val>
                                        </p:tav>
                                        <p:tav fmla="" tm="100000">
                                          <p:val>
                                            <p:strVal val="#ppt_x"/>
                                          </p:val>
                                        </p:tav>
                                      </p:tavLst>
                                    </p:anim>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idx="1" type="body"/>
          </p:nvPr>
        </p:nvSpPr>
        <p:spPr>
          <a:xfrm>
            <a:off x="311700" y="1038425"/>
            <a:ext cx="8520600" cy="25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AI in delivery is now an expectation,  from clients and from the business. The goal is not adoption for its own sake. It is a measurable speed and quality advantage we can point to.</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Clients are asking</a:t>
            </a:r>
            <a:r>
              <a:rPr lang="en" sz="1400"/>
              <a:t> - Prospects want live demos of AI-powered analytics. Rapha has a Vertex AI opportunity in front of us right now.</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We have the tools</a:t>
            </a:r>
            <a:r>
              <a:rPr lang="en" sz="1400"/>
              <a:t> - Wire Framework. Wire can take a SOW and deliver a complete dbt project, LookML, and QA checks autonomously.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The gap</a:t>
            </a:r>
            <a:r>
              <a:rPr lang="en" sz="1400"/>
              <a:t> - Adoption is inconsistent. Not everyone is using Wire on every engagement. That changes in 2026.</a:t>
            </a:r>
            <a:endParaRPr sz="14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1" name="Google Shape;151;p25"/>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Adopting AI as a competitive advantage</a:t>
            </a:r>
            <a:endParaRPr/>
          </a:p>
        </p:txBody>
      </p:sp>
      <p:sp>
        <p:nvSpPr>
          <p:cNvPr id="152" name="Google Shape;152;p25"/>
          <p:cNvSpPr txBox="1"/>
          <p:nvPr>
            <p:ph idx="2"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Delivery Team Stratgey</a:t>
            </a:r>
            <a:endParaRPr/>
          </a:p>
        </p:txBody>
      </p:sp>
      <p:sp>
        <p:nvSpPr>
          <p:cNvPr id="153" name="Google Shape;153;p25"/>
          <p:cNvSpPr/>
          <p:nvPr/>
        </p:nvSpPr>
        <p:spPr>
          <a:xfrm>
            <a:off x="354800" y="3644700"/>
            <a:ext cx="2209500" cy="887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We have: </a:t>
            </a:r>
            <a:endParaRPr b="1"/>
          </a:p>
          <a:p>
            <a:pPr indent="0" lvl="0" marL="0" rtl="0" algn="ctr">
              <a:spcBef>
                <a:spcPts val="0"/>
              </a:spcBef>
              <a:spcAft>
                <a:spcPts val="0"/>
              </a:spcAft>
              <a:buNone/>
            </a:pPr>
            <a:r>
              <a:rPr lang="en"/>
              <a:t>Wire Framework</a:t>
            </a:r>
            <a:endParaRPr/>
          </a:p>
        </p:txBody>
      </p:sp>
      <p:sp>
        <p:nvSpPr>
          <p:cNvPr id="154" name="Google Shape;154;p25"/>
          <p:cNvSpPr/>
          <p:nvPr/>
        </p:nvSpPr>
        <p:spPr>
          <a:xfrm>
            <a:off x="3317100" y="3651927"/>
            <a:ext cx="2585400" cy="887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The Gap:</a:t>
            </a:r>
            <a:endParaRPr b="1"/>
          </a:p>
          <a:p>
            <a:pPr indent="0" lvl="0" marL="0" rtl="0" algn="ctr">
              <a:spcBef>
                <a:spcPts val="0"/>
              </a:spcBef>
              <a:spcAft>
                <a:spcPts val="0"/>
              </a:spcAft>
              <a:buNone/>
            </a:pPr>
            <a:r>
              <a:rPr lang="en"/>
              <a:t>Inconsistent use</a:t>
            </a:r>
            <a:endParaRPr/>
          </a:p>
          <a:p>
            <a:pPr indent="0" lvl="0" marL="0" rtl="0" algn="ctr">
              <a:spcBef>
                <a:spcPts val="0"/>
              </a:spcBef>
              <a:spcAft>
                <a:spcPts val="0"/>
              </a:spcAft>
              <a:buNone/>
            </a:pPr>
            <a:r>
              <a:rPr lang="en"/>
              <a:t>Low library contribution</a:t>
            </a:r>
            <a:endParaRPr/>
          </a:p>
        </p:txBody>
      </p:sp>
      <p:sp>
        <p:nvSpPr>
          <p:cNvPr id="155" name="Google Shape;155;p25"/>
          <p:cNvSpPr/>
          <p:nvPr/>
        </p:nvSpPr>
        <p:spPr>
          <a:xfrm>
            <a:off x="6420750" y="3644700"/>
            <a:ext cx="2585400" cy="887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The Goal:</a:t>
            </a:r>
            <a:endParaRPr b="1"/>
          </a:p>
          <a:p>
            <a:pPr indent="0" lvl="0" marL="0" rtl="0" algn="ctr">
              <a:spcBef>
                <a:spcPts val="0"/>
              </a:spcBef>
              <a:spcAft>
                <a:spcPts val="0"/>
              </a:spcAft>
              <a:buNone/>
            </a:pPr>
            <a:r>
              <a:rPr lang="en"/>
              <a:t>Wire on every engagement</a:t>
            </a:r>
            <a:endParaRPr/>
          </a:p>
          <a:p>
            <a:pPr indent="0" lvl="0" marL="0" rtl="0" algn="ctr">
              <a:spcBef>
                <a:spcPts val="0"/>
              </a:spcBef>
              <a:spcAft>
                <a:spcPts val="0"/>
              </a:spcAft>
              <a:buNone/>
            </a:pPr>
            <a:r>
              <a:rPr lang="en"/>
              <a:t>Team contributing back</a:t>
            </a:r>
            <a:endParaRPr/>
          </a:p>
          <a:p>
            <a:pPr indent="0" lvl="0" marL="0" rtl="0" algn="ctr">
              <a:spcBef>
                <a:spcPts val="0"/>
              </a:spcBef>
              <a:spcAft>
                <a:spcPts val="0"/>
              </a:spcAft>
              <a:buNone/>
            </a:pPr>
            <a:r>
              <a:rPr lang="en"/>
              <a:t>Gemini in client work</a:t>
            </a:r>
            <a:endParaRPr/>
          </a:p>
        </p:txBody>
      </p:sp>
      <p:cxnSp>
        <p:nvCxnSpPr>
          <p:cNvPr id="156" name="Google Shape;156;p25"/>
          <p:cNvCxnSpPr>
            <a:stCxn id="153" idx="3"/>
            <a:endCxn id="154" idx="1"/>
          </p:cNvCxnSpPr>
          <p:nvPr/>
        </p:nvCxnSpPr>
        <p:spPr>
          <a:xfrm>
            <a:off x="2564300" y="4088250"/>
            <a:ext cx="752700" cy="7200"/>
          </a:xfrm>
          <a:prstGeom prst="straightConnector1">
            <a:avLst/>
          </a:prstGeom>
          <a:noFill/>
          <a:ln cap="flat" cmpd="sng" w="9525">
            <a:solidFill>
              <a:schemeClr val="dk2"/>
            </a:solidFill>
            <a:prstDash val="solid"/>
            <a:round/>
            <a:headEnd len="med" w="med" type="none"/>
            <a:tailEnd len="med" w="med" type="triangle"/>
          </a:ln>
        </p:spPr>
      </p:cxnSp>
      <p:cxnSp>
        <p:nvCxnSpPr>
          <p:cNvPr id="157" name="Google Shape;157;p25"/>
          <p:cNvCxnSpPr>
            <a:stCxn id="154" idx="3"/>
            <a:endCxn id="155" idx="1"/>
          </p:cNvCxnSpPr>
          <p:nvPr/>
        </p:nvCxnSpPr>
        <p:spPr>
          <a:xfrm flipH="1" rot="10800000">
            <a:off x="5902500" y="4088277"/>
            <a:ext cx="518400" cy="7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311700" y="42615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we get there</a:t>
            </a:r>
            <a:endParaRPr/>
          </a:p>
        </p:txBody>
      </p:sp>
      <p:sp>
        <p:nvSpPr>
          <p:cNvPr id="163" name="Google Shape;163;p26"/>
          <p:cNvSpPr txBox="1"/>
          <p:nvPr>
            <p:ph idx="1"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4F60FF"/>
                </a:solidFill>
              </a:rPr>
              <a:t>Delivery Team Strategy</a:t>
            </a:r>
            <a:endParaRPr b="1" sz="1600">
              <a:solidFill>
                <a:srgbClr val="4F60FF"/>
              </a:solidFill>
            </a:endParaRPr>
          </a:p>
        </p:txBody>
      </p:sp>
      <p:sp>
        <p:nvSpPr>
          <p:cNvPr id="164" name="Google Shape;164;p26"/>
          <p:cNvSpPr txBox="1"/>
          <p:nvPr/>
        </p:nvSpPr>
        <p:spPr>
          <a:xfrm>
            <a:off x="193525" y="1884102"/>
            <a:ext cx="2773800" cy="219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AI is the default, not the exception</a:t>
            </a:r>
            <a:endParaRPr b="1"/>
          </a:p>
          <a:p>
            <a:pPr indent="0" lvl="0" marL="0" rtl="0" algn="l">
              <a:spcBef>
                <a:spcPts val="0"/>
              </a:spcBef>
              <a:spcAft>
                <a:spcPts val="0"/>
              </a:spcAft>
              <a:buNone/>
            </a:pPr>
            <a:r>
              <a:t/>
            </a:r>
            <a:endParaRPr/>
          </a:p>
          <a:p>
            <a:pPr indent="0" lvl="0" marL="0" rtl="0" algn="ctr">
              <a:spcBef>
                <a:spcPts val="0"/>
              </a:spcBef>
              <a:spcAft>
                <a:spcPts val="0"/>
              </a:spcAft>
              <a:buNone/>
            </a:pPr>
            <a:r>
              <a:rPr lang="en"/>
              <a:t>Wire applies to every engagement. At kickoff we agree how AI will be used — not whether. Code review, documentation, testing, data workflows. The form changes; the expectation does not.</a:t>
            </a:r>
            <a:endParaRPr/>
          </a:p>
        </p:txBody>
      </p:sp>
      <p:sp>
        <p:nvSpPr>
          <p:cNvPr id="165" name="Google Shape;165;p26"/>
          <p:cNvSpPr txBox="1"/>
          <p:nvPr/>
        </p:nvSpPr>
        <p:spPr>
          <a:xfrm>
            <a:off x="3185100" y="1884102"/>
            <a:ext cx="2773800" cy="219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Contribute back to the shared library</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lang="en"/>
              <a:t>Every consultant contributes at least one reusable skill, prompt, or pattern per quarter. Learning something and keeping it to yourself is not good enough. The framework only compounds if we contribute back.</a:t>
            </a:r>
            <a:endParaRPr/>
          </a:p>
        </p:txBody>
      </p:sp>
      <p:sp>
        <p:nvSpPr>
          <p:cNvPr id="166" name="Google Shape;166;p26"/>
          <p:cNvSpPr txBox="1"/>
          <p:nvPr/>
        </p:nvSpPr>
        <p:spPr>
          <a:xfrm>
            <a:off x="6176675" y="1926671"/>
            <a:ext cx="2773800" cy="219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Get hands-on with Gemini and Vertex AI</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lang="en"/>
              <a:t>We need real delivery experience with GCP AI tools — not just mentions in proposals. Look for opportunities on active engagements and document what works as a pattern for the team.</a:t>
            </a:r>
            <a:endParaRPr/>
          </a:p>
        </p:txBody>
      </p:sp>
      <p:grpSp>
        <p:nvGrpSpPr>
          <p:cNvPr id="167" name="Google Shape;167;p26"/>
          <p:cNvGrpSpPr/>
          <p:nvPr/>
        </p:nvGrpSpPr>
        <p:grpSpPr>
          <a:xfrm>
            <a:off x="4259214" y="1128688"/>
            <a:ext cx="625581" cy="625581"/>
            <a:chOff x="339158" y="3997051"/>
            <a:chExt cx="468600" cy="468600"/>
          </a:xfrm>
        </p:grpSpPr>
        <p:sp>
          <p:nvSpPr>
            <p:cNvPr id="168" name="Google Shape;168;p26"/>
            <p:cNvSpPr/>
            <p:nvPr/>
          </p:nvSpPr>
          <p:spPr>
            <a:xfrm>
              <a:off x="339158" y="3997051"/>
              <a:ext cx="468600" cy="468600"/>
            </a:xfrm>
            <a:prstGeom prst="ellipse">
              <a:avLst/>
            </a:prstGeom>
            <a:solidFill>
              <a:srgbClr val="4F60FF"/>
            </a:solidFill>
            <a:ln>
              <a:noFill/>
            </a:ln>
          </p:spPr>
          <p:txBody>
            <a:bodyPr anchorCtr="0" anchor="ctr" bIns="99200" lIns="99200" spcFirstLastPara="1" rIns="99200" wrap="square" tIns="99200">
              <a:noAutofit/>
            </a:bodyPr>
            <a:lstStyle/>
            <a:p>
              <a:pPr indent="0" lvl="0" marL="0" marR="0" rtl="0" algn="ctr">
                <a:lnSpc>
                  <a:spcPct val="100000"/>
                </a:lnSpc>
                <a:spcBef>
                  <a:spcPts val="0"/>
                </a:spcBef>
                <a:spcAft>
                  <a:spcPts val="0"/>
                </a:spcAft>
                <a:buClr>
                  <a:srgbClr val="000000"/>
                </a:buClr>
                <a:buSzPts val="1518"/>
                <a:buFont typeface="Arial"/>
                <a:buNone/>
              </a:pPr>
              <a:r>
                <a:t/>
              </a:r>
              <a:endParaRPr b="0" i="0" sz="1518" u="none" cap="none" strike="noStrike">
                <a:solidFill>
                  <a:srgbClr val="000000"/>
                </a:solidFill>
                <a:latin typeface="Arial"/>
                <a:ea typeface="Arial"/>
                <a:cs typeface="Arial"/>
                <a:sym typeface="Arial"/>
              </a:endParaRPr>
            </a:p>
          </p:txBody>
        </p:sp>
        <p:pic>
          <p:nvPicPr>
            <p:cNvPr id="169" name="Google Shape;169;p26"/>
            <p:cNvPicPr preferRelativeResize="0"/>
            <p:nvPr/>
          </p:nvPicPr>
          <p:blipFill rotWithShape="1">
            <a:blip r:embed="rId3">
              <a:alphaModFix/>
            </a:blip>
            <a:srcRect b="0" l="0" r="0" t="0"/>
            <a:stretch/>
          </p:blipFill>
          <p:spPr>
            <a:xfrm>
              <a:off x="456900" y="4114812"/>
              <a:ext cx="233075" cy="233075"/>
            </a:xfrm>
            <a:prstGeom prst="rect">
              <a:avLst/>
            </a:prstGeom>
            <a:noFill/>
            <a:ln>
              <a:noFill/>
            </a:ln>
          </p:spPr>
        </p:pic>
      </p:grpSp>
      <p:sp>
        <p:nvSpPr>
          <p:cNvPr id="170" name="Google Shape;170;p26"/>
          <p:cNvSpPr/>
          <p:nvPr/>
        </p:nvSpPr>
        <p:spPr>
          <a:xfrm>
            <a:off x="1267639" y="1128701"/>
            <a:ext cx="625581" cy="625581"/>
          </a:xfrm>
          <a:prstGeom prst="ellipse">
            <a:avLst/>
          </a:prstGeom>
          <a:solidFill>
            <a:srgbClr val="4F60FF"/>
          </a:solidFill>
          <a:ln>
            <a:noFill/>
          </a:ln>
        </p:spPr>
        <p:txBody>
          <a:bodyPr anchorCtr="0" anchor="ctr" bIns="99200" lIns="99200" spcFirstLastPara="1" rIns="99200" wrap="square" tIns="99200">
            <a:noAutofit/>
          </a:bodyPr>
          <a:lstStyle/>
          <a:p>
            <a:pPr indent="0" lvl="0" marL="0" marR="0" rtl="0" algn="ctr">
              <a:lnSpc>
                <a:spcPct val="100000"/>
              </a:lnSpc>
              <a:spcBef>
                <a:spcPts val="0"/>
              </a:spcBef>
              <a:spcAft>
                <a:spcPts val="0"/>
              </a:spcAft>
              <a:buClr>
                <a:srgbClr val="000000"/>
              </a:buClr>
              <a:buSzPts val="1518"/>
              <a:buFont typeface="Arial"/>
              <a:buNone/>
            </a:pPr>
            <a:r>
              <a:t/>
            </a:r>
            <a:endParaRPr b="0" i="0" sz="1518" u="none" cap="none" strike="noStrike">
              <a:solidFill>
                <a:srgbClr val="000000"/>
              </a:solidFill>
              <a:latin typeface="Arial"/>
              <a:ea typeface="Arial"/>
              <a:cs typeface="Arial"/>
              <a:sym typeface="Arial"/>
            </a:endParaRPr>
          </a:p>
        </p:txBody>
      </p:sp>
      <p:pic>
        <p:nvPicPr>
          <p:cNvPr id="171" name="Google Shape;171;p26"/>
          <p:cNvPicPr preferRelativeResize="0"/>
          <p:nvPr/>
        </p:nvPicPr>
        <p:blipFill>
          <a:blip r:embed="rId4">
            <a:alphaModFix/>
          </a:blip>
          <a:stretch>
            <a:fillRect/>
          </a:stretch>
        </p:blipFill>
        <p:spPr>
          <a:xfrm>
            <a:off x="1414225" y="1275275"/>
            <a:ext cx="332400" cy="332400"/>
          </a:xfrm>
          <a:prstGeom prst="rect">
            <a:avLst/>
          </a:prstGeom>
          <a:noFill/>
          <a:ln>
            <a:noFill/>
          </a:ln>
        </p:spPr>
      </p:pic>
      <p:sp>
        <p:nvSpPr>
          <p:cNvPr id="172" name="Google Shape;172;p26"/>
          <p:cNvSpPr/>
          <p:nvPr/>
        </p:nvSpPr>
        <p:spPr>
          <a:xfrm>
            <a:off x="7199564" y="1128676"/>
            <a:ext cx="625581" cy="625581"/>
          </a:xfrm>
          <a:prstGeom prst="ellipse">
            <a:avLst/>
          </a:prstGeom>
          <a:solidFill>
            <a:srgbClr val="4F60FF"/>
          </a:solidFill>
          <a:ln>
            <a:noFill/>
          </a:ln>
        </p:spPr>
        <p:txBody>
          <a:bodyPr anchorCtr="0" anchor="ctr" bIns="99200" lIns="99200" spcFirstLastPara="1" rIns="99200" wrap="square" tIns="99200">
            <a:noAutofit/>
          </a:bodyPr>
          <a:lstStyle/>
          <a:p>
            <a:pPr indent="0" lvl="0" marL="0" marR="0" rtl="0" algn="ctr">
              <a:lnSpc>
                <a:spcPct val="100000"/>
              </a:lnSpc>
              <a:spcBef>
                <a:spcPts val="0"/>
              </a:spcBef>
              <a:spcAft>
                <a:spcPts val="0"/>
              </a:spcAft>
              <a:buClr>
                <a:srgbClr val="000000"/>
              </a:buClr>
              <a:buSzPts val="1518"/>
              <a:buFont typeface="Arial"/>
              <a:buNone/>
            </a:pPr>
            <a:r>
              <a:t/>
            </a:r>
            <a:endParaRPr b="0" i="0" sz="1518" u="none" cap="none" strike="noStrike">
              <a:solidFill>
                <a:srgbClr val="000000"/>
              </a:solidFill>
              <a:latin typeface="Arial"/>
              <a:ea typeface="Arial"/>
              <a:cs typeface="Arial"/>
              <a:sym typeface="Arial"/>
            </a:endParaRPr>
          </a:p>
        </p:txBody>
      </p:sp>
      <p:pic>
        <p:nvPicPr>
          <p:cNvPr id="173" name="Google Shape;173;p26"/>
          <p:cNvPicPr preferRelativeResize="0"/>
          <p:nvPr/>
        </p:nvPicPr>
        <p:blipFill>
          <a:blip r:embed="rId5">
            <a:alphaModFix/>
          </a:blip>
          <a:stretch>
            <a:fillRect/>
          </a:stretch>
        </p:blipFill>
        <p:spPr>
          <a:xfrm>
            <a:off x="7346160" y="1275260"/>
            <a:ext cx="332400" cy="332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1"/>
                                        <p:tgtEl>
                                          <p:spTgt spid="164"/>
                                        </p:tgtEl>
                                        <p:attrNameLst>
                                          <p:attrName>ppt_x</p:attrName>
                                        </p:attrNameLst>
                                      </p:cBhvr>
                                      <p:tavLst>
                                        <p:tav fmla="" tm="0">
                                          <p:val>
                                            <p:strVal val="#ppt_x-1"/>
                                          </p:val>
                                        </p:tav>
                                        <p:tav fmla="" tm="100000">
                                          <p:val>
                                            <p:strVal val="#ppt_x"/>
                                          </p:val>
                                        </p:tav>
                                      </p:tavLst>
                                    </p:anim>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1"/>
                                        <p:tgtEl>
                                          <p:spTgt spid="165"/>
                                        </p:tgtEl>
                                        <p:attrNameLst>
                                          <p:attrName>ppt_y</p:attrName>
                                        </p:attrNameLst>
                                      </p:cBhvr>
                                      <p:tavLst>
                                        <p:tav fmla="" tm="0">
                                          <p:val>
                                            <p:strVal val="#ppt_y+1"/>
                                          </p:val>
                                        </p:tav>
                                        <p:tav fmla="" tm="100000">
                                          <p:val>
                                            <p:strVal val="#ppt_y"/>
                                          </p:val>
                                        </p:tav>
                                      </p:tavLst>
                                    </p:anim>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1000"/>
                                        <p:tgtEl>
                                          <p:spTgt spid="166"/>
                                        </p:tgtEl>
                                        <p:attrNameLst>
                                          <p:attrName>ppt_x</p:attrName>
                                        </p:attrNameLst>
                                      </p:cBhvr>
                                      <p:tavLst>
                                        <p:tav fmla="" tm="0">
                                          <p:val>
                                            <p:strVal val="#ppt_x+1"/>
                                          </p:val>
                                        </p:tav>
                                        <p:tav fmla="" tm="100000">
                                          <p:val>
                                            <p:strVal val="#ppt_x"/>
                                          </p:val>
                                        </p:tav>
                                      </p:tavLst>
                                    </p:anim>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734700" y="2169450"/>
            <a:ext cx="7674600" cy="80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Prove our skills and expertise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idx="1" type="body"/>
          </p:nvPr>
        </p:nvSpPr>
        <p:spPr>
          <a:xfrm>
            <a:off x="311700" y="1038392"/>
            <a:ext cx="8520600" cy="117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Being good at the work is not enough if we cannot demonstrate it. Certifications and skill badges prove our expertise to clients who are assessing us, prospects comparing us to competitors, and partners deciding whether to refer us.</a:t>
            </a:r>
            <a:endParaRPr/>
          </a:p>
          <a:p>
            <a:pPr indent="0" lvl="0" marL="0" rtl="0" algn="l">
              <a:spcBef>
                <a:spcPts val="0"/>
              </a:spcBef>
              <a:spcAft>
                <a:spcPts val="0"/>
              </a:spcAft>
              <a:buNone/>
            </a:pPr>
            <a:r>
              <a:t/>
            </a:r>
            <a:endParaRPr/>
          </a:p>
        </p:txBody>
      </p:sp>
      <p:sp>
        <p:nvSpPr>
          <p:cNvPr id="184" name="Google Shape;184;p28"/>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Prove our skills and expertise</a:t>
            </a:r>
            <a:endParaRPr/>
          </a:p>
          <a:p>
            <a:pPr indent="0" lvl="0" marL="0" rtl="0" algn="l">
              <a:spcBef>
                <a:spcPts val="0"/>
              </a:spcBef>
              <a:spcAft>
                <a:spcPts val="0"/>
              </a:spcAft>
              <a:buNone/>
            </a:pPr>
            <a:r>
              <a:t/>
            </a:r>
            <a:endParaRPr/>
          </a:p>
        </p:txBody>
      </p:sp>
      <p:sp>
        <p:nvSpPr>
          <p:cNvPr id="185" name="Google Shape;185;p28"/>
          <p:cNvSpPr txBox="1"/>
          <p:nvPr>
            <p:ph idx="2"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Delivery Team Strategy</a:t>
            </a:r>
            <a:endParaRPr/>
          </a:p>
        </p:txBody>
      </p:sp>
      <p:sp>
        <p:nvSpPr>
          <p:cNvPr id="186" name="Google Shape;186;p28"/>
          <p:cNvSpPr txBox="1"/>
          <p:nvPr/>
        </p:nvSpPr>
        <p:spPr>
          <a:xfrm>
            <a:off x="193525" y="2506250"/>
            <a:ext cx="2773800" cy="16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Client trust</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lang="en"/>
              <a:t>Clients assess our credentials when deciding to renew. Certified consultants give them confidence in the team they're paying for.</a:t>
            </a:r>
            <a:endParaRPr/>
          </a:p>
        </p:txBody>
      </p:sp>
      <p:sp>
        <p:nvSpPr>
          <p:cNvPr id="187" name="Google Shape;187;p28"/>
          <p:cNvSpPr txBox="1"/>
          <p:nvPr/>
        </p:nvSpPr>
        <p:spPr>
          <a:xfrm>
            <a:off x="3185100" y="2506250"/>
            <a:ext cx="2773800" cy="16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Competitive edge</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lang="en"/>
              <a:t>In a competitive pitch, certs are visible proof. An uncertified team in our space is an invisible one.</a:t>
            </a:r>
            <a:endParaRPr/>
          </a:p>
        </p:txBody>
      </p:sp>
      <p:sp>
        <p:nvSpPr>
          <p:cNvPr id="188" name="Google Shape;188;p28"/>
          <p:cNvSpPr txBox="1"/>
          <p:nvPr/>
        </p:nvSpPr>
        <p:spPr>
          <a:xfrm>
            <a:off x="6176675" y="2538146"/>
            <a:ext cx="2773800" cy="16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Partner referrals</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lang="en"/>
              <a:t>Google's DRP tier scores — which drive referrals — are built directly from certifications and skill badges.</a:t>
            </a:r>
            <a:endParaRPr/>
          </a:p>
        </p:txBody>
      </p:sp>
      <p:grpSp>
        <p:nvGrpSpPr>
          <p:cNvPr id="189" name="Google Shape;189;p28"/>
          <p:cNvGrpSpPr/>
          <p:nvPr/>
        </p:nvGrpSpPr>
        <p:grpSpPr>
          <a:xfrm>
            <a:off x="1377771" y="2037643"/>
            <a:ext cx="468600" cy="468600"/>
            <a:chOff x="376396" y="1188768"/>
            <a:chExt cx="468600" cy="468600"/>
          </a:xfrm>
        </p:grpSpPr>
        <p:sp>
          <p:nvSpPr>
            <p:cNvPr id="190" name="Google Shape;190;p28"/>
            <p:cNvSpPr/>
            <p:nvPr/>
          </p:nvSpPr>
          <p:spPr>
            <a:xfrm>
              <a:off x="376396" y="1188768"/>
              <a:ext cx="468600" cy="468600"/>
            </a:xfrm>
            <a:prstGeom prst="ellipse">
              <a:avLst/>
            </a:prstGeom>
            <a:solidFill>
              <a:srgbClr val="4F60FF"/>
            </a:solidFill>
            <a:ln>
              <a:noFill/>
            </a:ln>
          </p:spPr>
          <p:txBody>
            <a:bodyPr anchorCtr="0" anchor="ctr" bIns="86775" lIns="86775" spcFirstLastPara="1" rIns="86775" wrap="square" tIns="86775">
              <a:noAutofit/>
            </a:bodyPr>
            <a:lstStyle/>
            <a:p>
              <a:pPr indent="0" lvl="0" marL="0" marR="0" rtl="0" algn="ctr">
                <a:lnSpc>
                  <a:spcPct val="100000"/>
                </a:lnSpc>
                <a:spcBef>
                  <a:spcPts val="0"/>
                </a:spcBef>
                <a:spcAft>
                  <a:spcPts val="0"/>
                </a:spcAft>
                <a:buClr>
                  <a:srgbClr val="000000"/>
                </a:buClr>
                <a:buSzPts val="1328"/>
                <a:buFont typeface="Arial"/>
                <a:buNone/>
              </a:pPr>
              <a:r>
                <a:t/>
              </a:r>
              <a:endParaRPr b="0" i="0" sz="1328" u="none" cap="none" strike="noStrike">
                <a:solidFill>
                  <a:srgbClr val="000000"/>
                </a:solidFill>
                <a:latin typeface="Arial"/>
                <a:ea typeface="Arial"/>
                <a:cs typeface="Arial"/>
                <a:sym typeface="Arial"/>
              </a:endParaRPr>
            </a:p>
          </p:txBody>
        </p:sp>
        <p:pic>
          <p:nvPicPr>
            <p:cNvPr id="191" name="Google Shape;191;p28"/>
            <p:cNvPicPr preferRelativeResize="0"/>
            <p:nvPr/>
          </p:nvPicPr>
          <p:blipFill rotWithShape="1">
            <a:blip r:embed="rId3">
              <a:alphaModFix/>
            </a:blip>
            <a:srcRect b="0" l="0" r="0" t="0"/>
            <a:stretch/>
          </p:blipFill>
          <p:spPr>
            <a:xfrm>
              <a:off x="481225" y="1293597"/>
              <a:ext cx="258907" cy="258907"/>
            </a:xfrm>
            <a:prstGeom prst="rect">
              <a:avLst/>
            </a:prstGeom>
            <a:noFill/>
            <a:ln>
              <a:noFill/>
            </a:ln>
          </p:spPr>
        </p:pic>
      </p:grpSp>
      <p:grpSp>
        <p:nvGrpSpPr>
          <p:cNvPr id="192" name="Google Shape;192;p28"/>
          <p:cNvGrpSpPr/>
          <p:nvPr/>
        </p:nvGrpSpPr>
        <p:grpSpPr>
          <a:xfrm>
            <a:off x="4337708" y="2037651"/>
            <a:ext cx="468600" cy="468600"/>
            <a:chOff x="339158" y="3997051"/>
            <a:chExt cx="468600" cy="468600"/>
          </a:xfrm>
        </p:grpSpPr>
        <p:sp>
          <p:nvSpPr>
            <p:cNvPr id="193" name="Google Shape;193;p28"/>
            <p:cNvSpPr/>
            <p:nvPr/>
          </p:nvSpPr>
          <p:spPr>
            <a:xfrm>
              <a:off x="339158" y="3997051"/>
              <a:ext cx="468600" cy="468600"/>
            </a:xfrm>
            <a:prstGeom prst="ellipse">
              <a:avLst/>
            </a:prstGeom>
            <a:solidFill>
              <a:srgbClr val="4F60FF"/>
            </a:solidFill>
            <a:ln>
              <a:noFill/>
            </a:ln>
          </p:spPr>
          <p:txBody>
            <a:bodyPr anchorCtr="0" anchor="ctr" bIns="74300" lIns="74300" spcFirstLastPara="1" rIns="74300" wrap="square" tIns="74300">
              <a:noAutofit/>
            </a:bodyPr>
            <a:lstStyle/>
            <a:p>
              <a:pPr indent="0" lvl="0" marL="0" marR="0" rtl="0" algn="ctr">
                <a:lnSpc>
                  <a:spcPct val="100000"/>
                </a:lnSpc>
                <a:spcBef>
                  <a:spcPts val="0"/>
                </a:spcBef>
                <a:spcAft>
                  <a:spcPts val="0"/>
                </a:spcAft>
                <a:buClr>
                  <a:srgbClr val="000000"/>
                </a:buClr>
                <a:buSzPts val="1137"/>
                <a:buFont typeface="Arial"/>
                <a:buNone/>
              </a:pPr>
              <a:r>
                <a:t/>
              </a:r>
              <a:endParaRPr b="0" i="0" sz="1137" u="none" cap="none" strike="noStrike">
                <a:solidFill>
                  <a:srgbClr val="000000"/>
                </a:solidFill>
                <a:latin typeface="Arial"/>
                <a:ea typeface="Arial"/>
                <a:cs typeface="Arial"/>
                <a:sym typeface="Arial"/>
              </a:endParaRPr>
            </a:p>
          </p:txBody>
        </p:sp>
        <p:pic>
          <p:nvPicPr>
            <p:cNvPr id="194" name="Google Shape;194;p28"/>
            <p:cNvPicPr preferRelativeResize="0"/>
            <p:nvPr/>
          </p:nvPicPr>
          <p:blipFill rotWithShape="1">
            <a:blip r:embed="rId4">
              <a:alphaModFix/>
            </a:blip>
            <a:srcRect b="0" l="0" r="0" t="0"/>
            <a:stretch/>
          </p:blipFill>
          <p:spPr>
            <a:xfrm>
              <a:off x="456900" y="4114812"/>
              <a:ext cx="233075" cy="233075"/>
            </a:xfrm>
            <a:prstGeom prst="rect">
              <a:avLst/>
            </a:prstGeom>
            <a:noFill/>
            <a:ln>
              <a:noFill/>
            </a:ln>
          </p:spPr>
        </p:pic>
      </p:grpSp>
      <p:grpSp>
        <p:nvGrpSpPr>
          <p:cNvPr id="195" name="Google Shape;195;p28"/>
          <p:cNvGrpSpPr/>
          <p:nvPr/>
        </p:nvGrpSpPr>
        <p:grpSpPr>
          <a:xfrm>
            <a:off x="7329270" y="2037651"/>
            <a:ext cx="468600" cy="468600"/>
            <a:chOff x="339170" y="2524326"/>
            <a:chExt cx="468600" cy="468600"/>
          </a:xfrm>
        </p:grpSpPr>
        <p:sp>
          <p:nvSpPr>
            <p:cNvPr id="196" name="Google Shape;196;p28"/>
            <p:cNvSpPr/>
            <p:nvPr/>
          </p:nvSpPr>
          <p:spPr>
            <a:xfrm>
              <a:off x="339170" y="2524326"/>
              <a:ext cx="468600" cy="468600"/>
            </a:xfrm>
            <a:prstGeom prst="ellipse">
              <a:avLst/>
            </a:prstGeom>
            <a:solidFill>
              <a:srgbClr val="4F60FF"/>
            </a:solidFill>
            <a:ln>
              <a:noFill/>
            </a:ln>
          </p:spPr>
          <p:txBody>
            <a:bodyPr anchorCtr="0" anchor="ctr" bIns="74300" lIns="74300" spcFirstLastPara="1" rIns="74300" wrap="square" tIns="74300">
              <a:noAutofit/>
            </a:bodyPr>
            <a:lstStyle/>
            <a:p>
              <a:pPr indent="0" lvl="0" marL="0" marR="0" rtl="0" algn="ctr">
                <a:lnSpc>
                  <a:spcPct val="100000"/>
                </a:lnSpc>
                <a:spcBef>
                  <a:spcPts val="0"/>
                </a:spcBef>
                <a:spcAft>
                  <a:spcPts val="0"/>
                </a:spcAft>
                <a:buClr>
                  <a:srgbClr val="000000"/>
                </a:buClr>
                <a:buSzPts val="1137"/>
                <a:buFont typeface="Arial"/>
                <a:buNone/>
              </a:pPr>
              <a:r>
                <a:t/>
              </a:r>
              <a:endParaRPr b="0" i="0" sz="1137" u="none" cap="none" strike="noStrike">
                <a:solidFill>
                  <a:srgbClr val="000000"/>
                </a:solidFill>
                <a:latin typeface="Arial"/>
                <a:ea typeface="Arial"/>
                <a:cs typeface="Arial"/>
                <a:sym typeface="Arial"/>
              </a:endParaRPr>
            </a:p>
          </p:txBody>
        </p:sp>
        <p:pic>
          <p:nvPicPr>
            <p:cNvPr id="197" name="Google Shape;197;p28"/>
            <p:cNvPicPr preferRelativeResize="0"/>
            <p:nvPr/>
          </p:nvPicPr>
          <p:blipFill rotWithShape="1">
            <a:blip r:embed="rId5">
              <a:alphaModFix/>
            </a:blip>
            <a:srcRect b="0" l="0" r="0" t="0"/>
            <a:stretch/>
          </p:blipFill>
          <p:spPr>
            <a:xfrm>
              <a:off x="428797" y="2613978"/>
              <a:ext cx="289288" cy="289288"/>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6"/>
                                        </p:tgtEl>
                                        <p:attrNameLst>
                                          <p:attrName>style.visibility</p:attrName>
                                        </p:attrNameLst>
                                      </p:cBhvr>
                                      <p:to>
                                        <p:strVal val="visible"/>
                                      </p:to>
                                    </p:set>
                                    <p:anim calcmode="lin" valueType="num">
                                      <p:cBhvr additive="base">
                                        <p:cTn dur="1000"/>
                                        <p:tgtEl>
                                          <p:spTgt spid="186"/>
                                        </p:tgtEl>
                                        <p:attrNameLst>
                                          <p:attrName>ppt_x</p:attrName>
                                        </p:attrNameLst>
                                      </p:cBhvr>
                                      <p:tavLst>
                                        <p:tav fmla="" tm="0">
                                          <p:val>
                                            <p:strVal val="#ppt_x-1"/>
                                          </p:val>
                                        </p:tav>
                                        <p:tav fmla="" tm="100000">
                                          <p:val>
                                            <p:strVal val="#ppt_x"/>
                                          </p:val>
                                        </p:tav>
                                      </p:tavLst>
                                    </p:anim>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gtEl>
                                        <p:attrNameLst>
                                          <p:attrName>style.visibility</p:attrName>
                                        </p:attrNameLst>
                                      </p:cBhvr>
                                      <p:to>
                                        <p:strVal val="visible"/>
                                      </p:to>
                                    </p:set>
                                    <p:anim calcmode="lin" valueType="num">
                                      <p:cBhvr additive="base">
                                        <p:cTn dur="1000"/>
                                        <p:tgtEl>
                                          <p:spTgt spid="187"/>
                                        </p:tgtEl>
                                        <p:attrNameLst>
                                          <p:attrName>ppt_y</p:attrName>
                                        </p:attrNameLst>
                                      </p:cBhvr>
                                      <p:tavLst>
                                        <p:tav fmla="" tm="0">
                                          <p:val>
                                            <p:strVal val="#ppt_y+1"/>
                                          </p:val>
                                        </p:tav>
                                        <p:tav fmla="" tm="100000">
                                          <p:val>
                                            <p:strVal val="#ppt_y"/>
                                          </p:val>
                                        </p:tav>
                                      </p:tavLst>
                                    </p:anim>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8"/>
                                        </p:tgtEl>
                                        <p:attrNameLst>
                                          <p:attrName>style.visibility</p:attrName>
                                        </p:attrNameLst>
                                      </p:cBhvr>
                                      <p:to>
                                        <p:strVal val="visible"/>
                                      </p:to>
                                    </p:set>
                                    <p:anim calcmode="lin" valueType="num">
                                      <p:cBhvr additive="base">
                                        <p:cTn dur="1000"/>
                                        <p:tgtEl>
                                          <p:spTgt spid="188"/>
                                        </p:tgtEl>
                                        <p:attrNameLst>
                                          <p:attrName>ppt_x</p:attrName>
                                        </p:attrNameLst>
                                      </p:cBhvr>
                                      <p:tavLst>
                                        <p:tav fmla="" tm="0">
                                          <p:val>
                                            <p:strVal val="#ppt_x+1"/>
                                          </p:val>
                                        </p:tav>
                                        <p:tav fmla="" tm="100000">
                                          <p:val>
                                            <p:strVal val="#ppt_x"/>
                                          </p:val>
                                        </p:tav>
                                      </p:tavLst>
                                    </p:anim>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idx="1" type="body"/>
          </p:nvPr>
        </p:nvSpPr>
        <p:spPr>
          <a:xfrm>
            <a:off x="311700" y="1038391"/>
            <a:ext cx="8520600" cy="95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position in Partner Finder determines whether Google's sales team recommends us, or doesn't</a:t>
            </a:r>
            <a:endParaRPr/>
          </a:p>
          <a:p>
            <a:pPr indent="0" lvl="0" marL="0" rtl="0" algn="l">
              <a:spcBef>
                <a:spcPts val="0"/>
              </a:spcBef>
              <a:spcAft>
                <a:spcPts val="0"/>
              </a:spcAft>
              <a:buNone/>
            </a:pPr>
            <a:r>
              <a:t/>
            </a:r>
            <a:endParaRPr/>
          </a:p>
        </p:txBody>
      </p:sp>
      <p:sp>
        <p:nvSpPr>
          <p:cNvPr id="203" name="Google Shape;203;p29"/>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this Matters</a:t>
            </a:r>
            <a:endParaRPr/>
          </a:p>
        </p:txBody>
      </p:sp>
      <p:sp>
        <p:nvSpPr>
          <p:cNvPr id="204" name="Google Shape;204;p29"/>
          <p:cNvSpPr txBox="1"/>
          <p:nvPr>
            <p:ph idx="2"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Delivery Team Strategy</a:t>
            </a:r>
            <a:endParaRPr/>
          </a:p>
        </p:txBody>
      </p:sp>
      <p:sp>
        <p:nvSpPr>
          <p:cNvPr id="205" name="Google Shape;205;p29"/>
          <p:cNvSpPr txBox="1"/>
          <p:nvPr/>
        </p:nvSpPr>
        <p:spPr>
          <a:xfrm>
            <a:off x="554825" y="1837500"/>
            <a:ext cx="2514000" cy="59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rgbClr val="313C9A"/>
                </a:solidFill>
                <a:latin typeface="Google Sans"/>
                <a:ea typeface="Google Sans"/>
                <a:cs typeface="Google Sans"/>
                <a:sym typeface="Google Sans"/>
              </a:rPr>
              <a:t>231 searches/month</a:t>
            </a:r>
            <a:endParaRPr b="1" sz="1900">
              <a:solidFill>
                <a:srgbClr val="313C9A"/>
              </a:solidFill>
              <a:latin typeface="Google Sans"/>
              <a:ea typeface="Google Sans"/>
              <a:cs typeface="Google Sans"/>
              <a:sym typeface="Google Sans"/>
            </a:endParaRPr>
          </a:p>
        </p:txBody>
      </p:sp>
      <p:sp>
        <p:nvSpPr>
          <p:cNvPr id="206" name="Google Shape;206;p29"/>
          <p:cNvSpPr txBox="1"/>
          <p:nvPr/>
        </p:nvSpPr>
        <p:spPr>
          <a:xfrm>
            <a:off x="3144450" y="1837500"/>
            <a:ext cx="2514000" cy="59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rgbClr val="313C9A"/>
                </a:solidFill>
                <a:latin typeface="Google Sans"/>
                <a:ea typeface="Google Sans"/>
                <a:cs typeface="Google Sans"/>
                <a:sym typeface="Google Sans"/>
              </a:rPr>
              <a:t>…but only…</a:t>
            </a:r>
            <a:endParaRPr sz="1900">
              <a:solidFill>
                <a:srgbClr val="313C9A"/>
              </a:solidFill>
              <a:latin typeface="Google Sans"/>
              <a:ea typeface="Google Sans"/>
              <a:cs typeface="Google Sans"/>
              <a:sym typeface="Google Sans"/>
            </a:endParaRPr>
          </a:p>
        </p:txBody>
      </p:sp>
      <p:sp>
        <p:nvSpPr>
          <p:cNvPr id="207" name="Google Shape;207;p29"/>
          <p:cNvSpPr txBox="1"/>
          <p:nvPr/>
        </p:nvSpPr>
        <p:spPr>
          <a:xfrm>
            <a:off x="5658450" y="1837500"/>
            <a:ext cx="2930700" cy="59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rgbClr val="313C9A"/>
                </a:solidFill>
                <a:latin typeface="Google Sans"/>
                <a:ea typeface="Google Sans"/>
                <a:cs typeface="Google Sans"/>
                <a:sym typeface="Google Sans"/>
              </a:rPr>
              <a:t>17 top-5 appearances</a:t>
            </a:r>
            <a:endParaRPr b="1" sz="1900">
              <a:solidFill>
                <a:srgbClr val="313C9A"/>
              </a:solidFill>
              <a:latin typeface="Google Sans"/>
              <a:ea typeface="Google Sans"/>
              <a:cs typeface="Google Sans"/>
              <a:sym typeface="Google Sans"/>
            </a:endParaRPr>
          </a:p>
        </p:txBody>
      </p:sp>
      <p:pic>
        <p:nvPicPr>
          <p:cNvPr id="208" name="Google Shape;208;p29"/>
          <p:cNvPicPr preferRelativeResize="0"/>
          <p:nvPr/>
        </p:nvPicPr>
        <p:blipFill>
          <a:blip r:embed="rId3">
            <a:alphaModFix/>
          </a:blip>
          <a:stretch>
            <a:fillRect/>
          </a:stretch>
        </p:blipFill>
        <p:spPr>
          <a:xfrm>
            <a:off x="441196" y="2284550"/>
            <a:ext cx="8457866" cy="1585850"/>
          </a:xfrm>
          <a:prstGeom prst="rect">
            <a:avLst/>
          </a:prstGeom>
          <a:noFill/>
          <a:ln>
            <a:noFill/>
          </a:ln>
        </p:spPr>
      </p:pic>
      <p:sp>
        <p:nvSpPr>
          <p:cNvPr id="209" name="Google Shape;209;p29"/>
          <p:cNvSpPr txBox="1"/>
          <p:nvPr/>
        </p:nvSpPr>
        <p:spPr>
          <a:xfrm>
            <a:off x="311700" y="3998700"/>
            <a:ext cx="864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We must maintain our Data Analytics competency and gain Looker and Gemini Enterprise competencies</a:t>
            </a:r>
            <a:endParaRPr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idx="1" type="body"/>
          </p:nvPr>
        </p:nvSpPr>
        <p:spPr>
          <a:xfrm>
            <a:off x="311700" y="1152475"/>
            <a:ext cx="3999900" cy="220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Our DRP profile doesn't reflect what we actually deliver. That changes in 2026.</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Looker and BigQuery</a:t>
            </a:r>
            <a:r>
              <a:rPr lang="en"/>
              <a:t>: we deliver these every day. Our team's profiles are spread across tiers, and not everyone has a profile at all. For our two core products, every consultant should be Tier 1. Closing this gap is our first priority.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5" name="Google Shape;215;p30"/>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we stand today</a:t>
            </a:r>
            <a:endParaRPr/>
          </a:p>
        </p:txBody>
      </p:sp>
      <p:sp>
        <p:nvSpPr>
          <p:cNvPr id="216" name="Google Shape;216;p30"/>
          <p:cNvSpPr txBox="1"/>
          <p:nvPr>
            <p:ph idx="3"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Delivery Team Strategy</a:t>
            </a:r>
            <a:endParaRPr/>
          </a:p>
        </p:txBody>
      </p:sp>
      <p:pic>
        <p:nvPicPr>
          <p:cNvPr id="217" name="Google Shape;217;p30" title="Screenshot 2026-04-09 at 21.59.40.png"/>
          <p:cNvPicPr preferRelativeResize="0"/>
          <p:nvPr/>
        </p:nvPicPr>
        <p:blipFill rotWithShape="1">
          <a:blip r:embed="rId3">
            <a:alphaModFix/>
          </a:blip>
          <a:srcRect b="0" l="0" r="0" t="12953"/>
          <a:stretch/>
        </p:blipFill>
        <p:spPr>
          <a:xfrm>
            <a:off x="4572000" y="124200"/>
            <a:ext cx="3132899" cy="2042251"/>
          </a:xfrm>
          <a:prstGeom prst="rect">
            <a:avLst/>
          </a:prstGeom>
          <a:noFill/>
          <a:ln>
            <a:noFill/>
          </a:ln>
          <a:effectLst>
            <a:outerShdw blurRad="57150" rotWithShape="0" algn="bl" dir="5400000" dist="19050">
              <a:srgbClr val="000000">
                <a:alpha val="50000"/>
              </a:srgbClr>
            </a:outerShdw>
          </a:effectLst>
        </p:spPr>
      </p:pic>
      <p:pic>
        <p:nvPicPr>
          <p:cNvPr id="218" name="Google Shape;218;p30" title="Screenshot 2026-04-09 at 21.59.30.png"/>
          <p:cNvPicPr preferRelativeResize="0"/>
          <p:nvPr/>
        </p:nvPicPr>
        <p:blipFill rotWithShape="1">
          <a:blip r:embed="rId4">
            <a:alphaModFix/>
          </a:blip>
          <a:srcRect b="0" l="0" r="0" t="13904"/>
          <a:stretch/>
        </p:blipFill>
        <p:spPr>
          <a:xfrm>
            <a:off x="5740771" y="2338675"/>
            <a:ext cx="3194154" cy="1972926"/>
          </a:xfrm>
          <a:prstGeom prst="rect">
            <a:avLst/>
          </a:prstGeom>
          <a:noFill/>
          <a:ln>
            <a:noFill/>
          </a:ln>
          <a:effectLst>
            <a:outerShdw blurRad="57150" rotWithShape="0" algn="bl" dir="5400000" dist="19050">
              <a:srgbClr val="000000">
                <a:alpha val="50000"/>
              </a:srgbClr>
            </a:outerShdw>
          </a:effectLst>
        </p:spPr>
      </p:pic>
      <p:pic>
        <p:nvPicPr>
          <p:cNvPr id="219" name="Google Shape;219;p30" title="Screenshot 2026-04-09 at 21.59.51.png"/>
          <p:cNvPicPr preferRelativeResize="0"/>
          <p:nvPr/>
        </p:nvPicPr>
        <p:blipFill>
          <a:blip r:embed="rId5">
            <a:alphaModFix/>
          </a:blip>
          <a:stretch>
            <a:fillRect/>
          </a:stretch>
        </p:blipFill>
        <p:spPr>
          <a:xfrm>
            <a:off x="4853675" y="932625"/>
            <a:ext cx="3633326" cy="2797049"/>
          </a:xfrm>
          <a:prstGeom prst="rect">
            <a:avLst/>
          </a:prstGeom>
          <a:noFill/>
          <a:ln>
            <a:noFill/>
          </a:ln>
        </p:spPr>
      </p:pic>
      <p:sp>
        <p:nvSpPr>
          <p:cNvPr id="220" name="Google Shape;220;p30"/>
          <p:cNvSpPr txBox="1"/>
          <p:nvPr/>
        </p:nvSpPr>
        <p:spPr>
          <a:xfrm>
            <a:off x="311700" y="2981700"/>
            <a:ext cx="42603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Google Sans"/>
                <a:ea typeface="Google Sans"/>
                <a:cs typeface="Google Sans"/>
                <a:sym typeface="Google Sans"/>
              </a:rPr>
              <a:t>Gemini Enterprise:</a:t>
            </a:r>
            <a:r>
              <a:rPr lang="en">
                <a:solidFill>
                  <a:schemeClr val="dk1"/>
                </a:solidFill>
                <a:latin typeface="Google Sans"/>
                <a:ea typeface="Google Sans"/>
                <a:cs typeface="Google Sans"/>
                <a:sym typeface="Google Sans"/>
              </a:rPr>
              <a:t>  we're starting from zero</a:t>
            </a:r>
            <a:endParaRPr>
              <a:solidFill>
                <a:schemeClr val="dk1"/>
              </a:solidFill>
              <a:latin typeface="Google Sans"/>
              <a:ea typeface="Google Sans"/>
              <a:cs typeface="Google Sans"/>
              <a:sym typeface="Google Sans"/>
            </a:endParaRPr>
          </a:p>
          <a:p>
            <a:pPr indent="0" lvl="0" marL="0" rtl="0" algn="l">
              <a:spcBef>
                <a:spcPts val="0"/>
              </a:spcBef>
              <a:spcAft>
                <a:spcPts val="0"/>
              </a:spcAft>
              <a:buNone/>
            </a:pPr>
            <a:r>
              <a:rPr lang="en">
                <a:solidFill>
                  <a:schemeClr val="dk1"/>
                </a:solidFill>
                <a:latin typeface="Google Sans"/>
                <a:ea typeface="Google Sans"/>
                <a:cs typeface="Google Sans"/>
                <a:sym typeface="Google Sans"/>
              </a:rPr>
              <a:t>No profiles, no tier. AI delivery is where the market is heading and we need to build our credentials here from the ground up. This is our second priority.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idx="1" type="body"/>
          </p:nvPr>
        </p:nvSpPr>
        <p:spPr>
          <a:xfrm>
            <a:off x="311700" y="1537325"/>
            <a:ext cx="3999900" cy="299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Google scores every consultant in our team on their delivery readiness across GCP products.  Right now, our scores for the products we use every day are too 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Must achieve Tier 1 for:</a:t>
            </a:r>
            <a:endParaRPr/>
          </a:p>
          <a:p>
            <a:pPr indent="-317500" lvl="0" marL="457200" rtl="0" algn="l">
              <a:spcBef>
                <a:spcPts val="0"/>
              </a:spcBef>
              <a:spcAft>
                <a:spcPts val="0"/>
              </a:spcAft>
              <a:buSzPts val="1400"/>
              <a:buChar char="●"/>
            </a:pPr>
            <a:r>
              <a:rPr lang="en"/>
              <a:t>Data Analytics </a:t>
            </a:r>
            <a:r>
              <a:rPr lang="en"/>
              <a:t>Competency</a:t>
            </a:r>
            <a:endParaRPr/>
          </a:p>
          <a:p>
            <a:pPr indent="-304800" lvl="1" marL="914400" rtl="0" algn="l">
              <a:spcBef>
                <a:spcPts val="0"/>
              </a:spcBef>
              <a:spcAft>
                <a:spcPts val="0"/>
              </a:spcAft>
              <a:buSzPts val="1200"/>
              <a:buChar char="○"/>
            </a:pPr>
            <a:r>
              <a:rPr lang="en"/>
              <a:t>BigQuery</a:t>
            </a:r>
            <a:endParaRPr>
              <a:solidFill>
                <a:srgbClr val="FF0000"/>
              </a:solidFill>
            </a:endParaRPr>
          </a:p>
          <a:p>
            <a:pPr indent="-317500" lvl="0" marL="457200" rtl="0" algn="l">
              <a:spcBef>
                <a:spcPts val="0"/>
              </a:spcBef>
              <a:spcAft>
                <a:spcPts val="0"/>
              </a:spcAft>
              <a:buSzPts val="1400"/>
              <a:buChar char="●"/>
            </a:pPr>
            <a:r>
              <a:rPr lang="en"/>
              <a:t>Looker </a:t>
            </a:r>
            <a:r>
              <a:rPr lang="en">
                <a:solidFill>
                  <a:schemeClr val="dk1"/>
                </a:solidFill>
              </a:rPr>
              <a:t>Competency</a:t>
            </a:r>
            <a:endParaRPr/>
          </a:p>
          <a:p>
            <a:pPr indent="-304800" lvl="1" marL="914400" rtl="0" algn="l">
              <a:spcBef>
                <a:spcPts val="0"/>
              </a:spcBef>
              <a:spcAft>
                <a:spcPts val="0"/>
              </a:spcAft>
              <a:buSzPts val="1200"/>
              <a:buChar char="○"/>
            </a:pPr>
            <a:r>
              <a:rPr lang="en"/>
              <a:t>Looker </a:t>
            </a:r>
            <a:endParaRPr/>
          </a:p>
          <a:p>
            <a:pPr indent="-317500" lvl="0" marL="457200" rtl="0" algn="l">
              <a:spcBef>
                <a:spcPts val="0"/>
              </a:spcBef>
              <a:spcAft>
                <a:spcPts val="0"/>
              </a:spcAft>
              <a:buSzPts val="1400"/>
              <a:buChar char="●"/>
            </a:pPr>
            <a:r>
              <a:rPr lang="en"/>
              <a:t>Gemini Enterprise </a:t>
            </a:r>
            <a:r>
              <a:rPr lang="en">
                <a:solidFill>
                  <a:schemeClr val="dk1"/>
                </a:solidFill>
              </a:rPr>
              <a:t>Competency</a:t>
            </a:r>
            <a:endParaRPr/>
          </a:p>
          <a:p>
            <a:pPr indent="-304800" lvl="1" marL="914400" rtl="0" algn="l">
              <a:spcBef>
                <a:spcPts val="0"/>
              </a:spcBef>
              <a:spcAft>
                <a:spcPts val="0"/>
              </a:spcAft>
              <a:buClr>
                <a:schemeClr val="dk1"/>
              </a:buClr>
              <a:buSzPts val="1200"/>
              <a:buChar char="○"/>
            </a:pPr>
            <a:r>
              <a:rPr lang="en">
                <a:solidFill>
                  <a:schemeClr val="dk1"/>
                </a:solidFill>
              </a:rPr>
              <a:t>Gemini Enterprise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26" name="Google Shape;226;p31"/>
          <p:cNvSpPr txBox="1"/>
          <p:nvPr>
            <p:ph type="title"/>
          </p:nvPr>
        </p:nvSpPr>
        <p:spPr>
          <a:xfrm>
            <a:off x="311700" y="426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Delivery Readiness Portal — what we need to do</a:t>
            </a:r>
            <a:endParaRPr/>
          </a:p>
          <a:p>
            <a:pPr indent="0" lvl="0" marL="0" rtl="0" algn="l">
              <a:spcBef>
                <a:spcPts val="0"/>
              </a:spcBef>
              <a:spcAft>
                <a:spcPts val="0"/>
              </a:spcAft>
              <a:buNone/>
            </a:pPr>
            <a:r>
              <a:t/>
            </a:r>
            <a:endParaRPr/>
          </a:p>
        </p:txBody>
      </p:sp>
      <p:sp>
        <p:nvSpPr>
          <p:cNvPr id="227" name="Google Shape;227;p31"/>
          <p:cNvSpPr txBox="1"/>
          <p:nvPr>
            <p:ph idx="3" type="subTitle"/>
          </p:nvPr>
        </p:nvSpPr>
        <p:spPr>
          <a:xfrm>
            <a:off x="311700" y="93750"/>
            <a:ext cx="5053500" cy="3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Delivery Team Strategy</a:t>
            </a:r>
            <a:endParaRPr/>
          </a:p>
        </p:txBody>
      </p:sp>
      <p:pic>
        <p:nvPicPr>
          <p:cNvPr id="228" name="Google Shape;228;p31"/>
          <p:cNvPicPr preferRelativeResize="0"/>
          <p:nvPr/>
        </p:nvPicPr>
        <p:blipFill>
          <a:blip r:embed="rId3">
            <a:alphaModFix/>
          </a:blip>
          <a:stretch>
            <a:fillRect/>
          </a:stretch>
        </p:blipFill>
        <p:spPr>
          <a:xfrm>
            <a:off x="4417875" y="1335775"/>
            <a:ext cx="4527601" cy="233675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565075" y="1995950"/>
            <a:ext cx="7674600" cy="80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KPIs and OKRs</a:t>
            </a:r>
            <a:endParaRPr/>
          </a:p>
        </p:txBody>
      </p:sp>
      <p:sp>
        <p:nvSpPr>
          <p:cNvPr id="234" name="Google Shape;234;p32"/>
          <p:cNvSpPr txBox="1"/>
          <p:nvPr>
            <p:ph type="title"/>
          </p:nvPr>
        </p:nvSpPr>
        <p:spPr>
          <a:xfrm>
            <a:off x="565075" y="2498450"/>
            <a:ext cx="7674600" cy="80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t>(details to be finalised)</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