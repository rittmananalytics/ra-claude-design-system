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Google Sans SemiBold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  <p:embeddedFont>
      <p:font typeface="Google Sans"/>
      <p:regular r:id="rId16"/>
      <p:bold r:id="rId17"/>
      <p:italic r:id="rId18"/>
      <p:boldItalic r:id="rId19"/>
    </p:embeddedFont>
    <p:embeddedFont>
      <p:font typeface="Google Sans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regular.fntdata"/><Relationship Id="rId11" Type="http://schemas.openxmlformats.org/officeDocument/2006/relationships/font" Target="fonts/GoogleSansSemiBold-boldItalic.fntdata"/><Relationship Id="rId22" Type="http://schemas.openxmlformats.org/officeDocument/2006/relationships/font" Target="fonts/GoogleSansMedium-italic.fntdata"/><Relationship Id="rId10" Type="http://schemas.openxmlformats.org/officeDocument/2006/relationships/font" Target="fonts/GoogleSansSemiBold-italic.fntdata"/><Relationship Id="rId21" Type="http://schemas.openxmlformats.org/officeDocument/2006/relationships/font" Target="fonts/GoogleSansMedium-bold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23" Type="http://schemas.openxmlformats.org/officeDocument/2006/relationships/font" Target="fonts/Google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SemiBold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GoogleSans-bold.fntdata"/><Relationship Id="rId16" Type="http://schemas.openxmlformats.org/officeDocument/2006/relationships/font" Target="fonts/Google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bold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italic.fntdata"/><Relationship Id="rId7" Type="http://schemas.openxmlformats.org/officeDocument/2006/relationships/slide" Target="slides/slide2.xml"/><Relationship Id="rId8" Type="http://schemas.openxmlformats.org/officeDocument/2006/relationships/font" Target="fonts/Google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62c63664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62c63664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62c63664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62c63664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TITLE_AND_BODY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ogle Sans"/>
              <a:buChar char="●"/>
              <a:defRPr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○"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  <a:defRPr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Char char="○"/>
              <a:defRPr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■"/>
              <a:defRPr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ogle Sans"/>
              <a:buChar char="●"/>
              <a:defRPr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oogle Sans"/>
              <a:buChar char="○"/>
              <a:defRPr sz="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Google Sans"/>
              <a:buChar char="■"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">
  <p:cSld name="CUSTOM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1">
  <p:cSld name="CUSTOM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6685350" y="2684400"/>
            <a:ext cx="2458500" cy="24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700"/>
              <a:buNone/>
              <a:defRPr sz="1700">
                <a:solidFill>
                  <a:srgbClr val="4F60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Title and Body Columns">
  <p:cSld name="TITLE_AND_BODY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54850" y="1546250"/>
            <a:ext cx="29607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879450" y="1609350"/>
            <a:ext cx="40857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Google Sans"/>
              <a:buChar char="●"/>
              <a:defRPr sz="1300">
                <a:latin typeface="Google Sans"/>
                <a:ea typeface="Google Sans"/>
                <a:cs typeface="Google Sans"/>
                <a:sym typeface="Google Sans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●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●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1_Custom Layout_7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239100" y="2990175"/>
            <a:ext cx="5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sz="17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37" name="Google Shape;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50" y="324000"/>
            <a:ext cx="1230450" cy="4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 1">
  <p:cSld name="1_Custom Layout_7_2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13C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FF99"/>
              </a:buClr>
              <a:buSzPts val="1600"/>
              <a:buFont typeface="Google Sans SemiBold"/>
              <a:buNone/>
              <a:defRPr>
                <a:solidFill>
                  <a:srgbClr val="99FF9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300" y="442477"/>
            <a:ext cx="1012788" cy="3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2" type="subTitle"/>
          </p:nvPr>
        </p:nvSpPr>
        <p:spPr>
          <a:xfrm>
            <a:off x="239100" y="2990175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sz="17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48" name="Google Shape;4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0" y="-6225"/>
            <a:ext cx="9168900" cy="5149800"/>
          </a:xfrm>
          <a:prstGeom prst="rect">
            <a:avLst/>
          </a:prstGeom>
          <a:solidFill>
            <a:srgbClr val="2F399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Google Sans"/>
              <a:buNone/>
              <a:defRPr sz="19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 1">
  <p:cSld name="MAIN_POINT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0" y="-6225"/>
            <a:ext cx="9168900" cy="51498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0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Google Sans"/>
              <a:buNone/>
              <a:defRPr sz="19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2">
  <p:cSld name="CUSTOM_2_2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1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ogle Sans"/>
              <a:buNone/>
              <a:defRPr sz="1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2 1">
  <p:cSld name="CUSTOM_2_2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">
  <p:cSld name="1_Custom Layout_6_1_1">
    <p:bg>
      <p:bgPr>
        <a:solidFill>
          <a:schemeClr val="dk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 1">
  <p:cSld name="1_Custom Layout_6_1_1_1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1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 1 1">
  <p:cSld name="1_Custom Layout_6_1_1_1_1">
    <p:bg>
      <p:bgPr>
        <a:solidFill>
          <a:schemeClr val="dk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311700" y="1115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" name="Google Shape;7;p1"/>
          <p:cNvSpPr txBox="1"/>
          <p:nvPr/>
        </p:nvSpPr>
        <p:spPr>
          <a:xfrm>
            <a:off x="144425" y="4676425"/>
            <a:ext cx="69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© Rittman Analytics 2024     T: +44 (0)208 058 5951	W: https://rittmananalytics.com	E: info@rittmananalytics.com    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2" type="subTitle"/>
          </p:nvPr>
        </p:nvSpPr>
        <p:spPr>
          <a:xfrm>
            <a:off x="239100" y="2990175"/>
            <a:ext cx="5128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